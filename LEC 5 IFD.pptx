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44E4E-9228-48D9-9B28-96A1CC873AC9}" type="datetimeFigureOut">
              <a:rPr lang="en-GB" smtClean="0"/>
              <a:pPr/>
              <a:t>21/09/2017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BD52F-EBD5-4C71-9D0C-993886C6C42A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944562"/>
          </a:xfrm>
        </p:spPr>
        <p:txBody>
          <a:bodyPr>
            <a:normAutofit/>
          </a:bodyPr>
          <a:lstStyle/>
          <a:p>
            <a:r>
              <a:rPr lang="en-GB" sz="3600" b="1" dirty="0"/>
              <a:t>PRODUCT, PROCESS, AND SCHEDULE DESIGN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334000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Facilities </a:t>
            </a:r>
            <a:r>
              <a:rPr lang="en-GB" dirty="0"/>
              <a:t>planning process for manufacturing can be listed </a:t>
            </a:r>
            <a:r>
              <a:rPr lang="en-GB" dirty="0" smtClean="0"/>
              <a:t>as.</a:t>
            </a:r>
          </a:p>
          <a:p>
            <a:pPr>
              <a:buNone/>
            </a:pPr>
            <a:endParaRPr lang="en-GB" sz="1900" dirty="0" smtClean="0"/>
          </a:p>
          <a:p>
            <a:r>
              <a:rPr lang="en-GB" dirty="0"/>
              <a:t>1. Define the products to be manufactured.</a:t>
            </a:r>
          </a:p>
          <a:p>
            <a:r>
              <a:rPr lang="en-GB" dirty="0"/>
              <a:t>2. Specify </a:t>
            </a:r>
            <a:r>
              <a:rPr lang="en-GB" dirty="0" smtClean="0"/>
              <a:t>the  </a:t>
            </a:r>
            <a:r>
              <a:rPr lang="en-GB" dirty="0"/>
              <a:t>manufacturing processes and related activities required to </a:t>
            </a:r>
            <a:r>
              <a:rPr lang="en-GB" dirty="0" smtClean="0"/>
              <a:t>produce the </a:t>
            </a:r>
            <a:r>
              <a:rPr lang="en-GB" dirty="0"/>
              <a:t>products.</a:t>
            </a:r>
          </a:p>
          <a:p>
            <a:r>
              <a:rPr lang="en-GB" dirty="0"/>
              <a:t>3. Determine the interrelationships among all activities.</a:t>
            </a:r>
          </a:p>
          <a:p>
            <a:r>
              <a:rPr lang="en-GB" dirty="0"/>
              <a:t>4. Determine the space requirements for all activities.</a:t>
            </a:r>
          </a:p>
          <a:p>
            <a:r>
              <a:rPr lang="en-GB" dirty="0"/>
              <a:t>5. Generate alternative facilities plans.</a:t>
            </a:r>
          </a:p>
          <a:p>
            <a:r>
              <a:rPr lang="en-GB" dirty="0"/>
              <a:t>6. Evaluate the alternative facilities plans.</a:t>
            </a:r>
          </a:p>
          <a:p>
            <a:r>
              <a:rPr lang="en-GB" dirty="0"/>
              <a:t>7. Select the preferred facilities plan.</a:t>
            </a:r>
          </a:p>
          <a:p>
            <a:r>
              <a:rPr lang="en-GB" dirty="0"/>
              <a:t>8. Implement the facilities plan.</a:t>
            </a:r>
          </a:p>
          <a:p>
            <a:r>
              <a:rPr lang="en-GB" dirty="0"/>
              <a:t>9. Maintain and adapt the facilities plan.</a:t>
            </a:r>
          </a:p>
          <a:p>
            <a:r>
              <a:rPr lang="en-GB" dirty="0"/>
              <a:t>10. Update the products to be manufactured and redefine the objective of </a:t>
            </a:r>
            <a:r>
              <a:rPr lang="en-GB" dirty="0" smtClean="0"/>
              <a:t>the facility</a:t>
            </a:r>
            <a:r>
              <a:rPr lang="en-GB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57200"/>
            <a:ext cx="5029200" cy="3813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95400" y="4343400"/>
            <a:ext cx="556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Relationship between product, process, and schedule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/>
              <a:t>4.1. Product Design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2743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400" dirty="0"/>
              <a:t>Product design involves both </a:t>
            </a:r>
            <a:r>
              <a:rPr lang="en-GB" sz="2400" dirty="0" smtClean="0"/>
              <a:t>the determination </a:t>
            </a:r>
            <a:r>
              <a:rPr lang="en-GB" sz="2400" dirty="0"/>
              <a:t>of which products are to be </a:t>
            </a:r>
            <a:r>
              <a:rPr lang="en-GB" sz="2400" dirty="0" smtClean="0"/>
              <a:t>produced and </a:t>
            </a:r>
            <a:r>
              <a:rPr lang="en-GB" sz="2400" dirty="0"/>
              <a:t>the detailed design of individual </a:t>
            </a:r>
            <a:r>
              <a:rPr lang="en-GB" sz="2400" dirty="0" smtClean="0"/>
              <a:t>products.</a:t>
            </a:r>
          </a:p>
          <a:p>
            <a:r>
              <a:rPr lang="en-GB" sz="2400" dirty="0"/>
              <a:t>Decisions </a:t>
            </a:r>
            <a:r>
              <a:rPr lang="en-GB" sz="2400" dirty="0" smtClean="0"/>
              <a:t>made </a:t>
            </a:r>
            <a:r>
              <a:rPr lang="en-GB" sz="2400" dirty="0"/>
              <a:t>by top management based on input from </a:t>
            </a:r>
            <a:endParaRPr lang="en-GB" sz="2400" dirty="0" smtClean="0"/>
          </a:p>
          <a:p>
            <a:r>
              <a:rPr lang="en-GB" sz="2400" dirty="0" smtClean="0"/>
              <a:t>Marketing,  </a:t>
            </a:r>
          </a:p>
          <a:p>
            <a:r>
              <a:rPr lang="en-GB" sz="2400" dirty="0" smtClean="0"/>
              <a:t>Manufacturing</a:t>
            </a:r>
            <a:r>
              <a:rPr lang="en-GB" sz="2400" dirty="0"/>
              <a:t>, and </a:t>
            </a:r>
            <a:endParaRPr lang="en-GB" sz="2400" dirty="0" smtClean="0"/>
          </a:p>
          <a:p>
            <a:r>
              <a:rPr lang="en-GB" sz="2400" dirty="0" smtClean="0"/>
              <a:t>Finance </a:t>
            </a:r>
            <a:r>
              <a:rPr lang="en-GB" sz="2400" dirty="0"/>
              <a:t>concerning projected economic </a:t>
            </a:r>
            <a:r>
              <a:rPr lang="en-GB" sz="2400" dirty="0" smtClean="0"/>
              <a:t>performance.</a:t>
            </a:r>
            <a:endParaRPr lang="en-GB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657600"/>
            <a:ext cx="7848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en-GB" b="1" dirty="0" smtClean="0"/>
              <a:t>4.2 Process </a:t>
            </a:r>
            <a:r>
              <a:rPr lang="en-GB" b="1" dirty="0"/>
              <a:t>Design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15000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The process designer or process planner is responsible for determining </a:t>
            </a:r>
            <a:r>
              <a:rPr lang="en-GB" sz="2400" dirty="0" smtClean="0"/>
              <a:t>how the products </a:t>
            </a:r>
            <a:r>
              <a:rPr lang="en-GB" sz="2400" dirty="0"/>
              <a:t>to be </a:t>
            </a:r>
            <a:r>
              <a:rPr lang="en-GB" sz="2400" dirty="0" smtClean="0"/>
              <a:t>produced.</a:t>
            </a:r>
          </a:p>
          <a:p>
            <a:pPr algn="just"/>
            <a:r>
              <a:rPr lang="en-GB" sz="2400" dirty="0"/>
              <a:t>The “make-or-buy” decision is part of the process planning function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8600"/>
            <a:ext cx="6832271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200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PRODUCT, PROCESS, AND SCHEDULE DESIGN</vt:lpstr>
      <vt:lpstr>Slide 2</vt:lpstr>
      <vt:lpstr>4.1. Product Design</vt:lpstr>
      <vt:lpstr>4.2 Process Design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Rehan</dc:creator>
  <cp:lastModifiedBy>8995</cp:lastModifiedBy>
  <cp:revision>7</cp:revision>
  <dcterms:created xsi:type="dcterms:W3CDTF">2017-09-20T18:09:51Z</dcterms:created>
  <dcterms:modified xsi:type="dcterms:W3CDTF">2017-09-21T05:48:17Z</dcterms:modified>
</cp:coreProperties>
</file>