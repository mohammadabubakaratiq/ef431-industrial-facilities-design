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1"/>
  </p:notesMasterIdLst>
  <p:sldIdLst>
    <p:sldId id="2561" r:id="rId5"/>
    <p:sldId id="2562" r:id="rId6"/>
    <p:sldId id="2576" r:id="rId7"/>
    <p:sldId id="2563" r:id="rId8"/>
    <p:sldId id="2564" r:id="rId9"/>
    <p:sldId id="2565" r:id="rId10"/>
    <p:sldId id="2566" r:id="rId11"/>
    <p:sldId id="2567" r:id="rId12"/>
    <p:sldId id="2568" r:id="rId13"/>
    <p:sldId id="2569" r:id="rId14"/>
    <p:sldId id="2570" r:id="rId15"/>
    <p:sldId id="2571" r:id="rId16"/>
    <p:sldId id="2572" r:id="rId17"/>
    <p:sldId id="2573" r:id="rId18"/>
    <p:sldId id="2574" r:id="rId19"/>
    <p:sldId id="25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nufacturing Systems with Pakistani Industry Examples" id="{A86D4CB7-EFC9-4D0C-98D5-8E13FA5F6A3A}">
          <p14:sldIdLst>
            <p14:sldId id="2561"/>
          </p14:sldIdLst>
        </p14:section>
        <p14:section name="Introduction to Manufacturing Systems" id="{F51774F7-10B5-41AA-87BB-3C20A4E5BBFD}">
          <p14:sldIdLst>
            <p14:sldId id="2562"/>
            <p14:sldId id="2576"/>
            <p14:sldId id="2563"/>
          </p14:sldIdLst>
        </p14:section>
        <p14:section name="Fixed Automation Systems" id="{90DAD4DC-E6FE-47F0-A04C-58C803F7FF90}">
          <p14:sldIdLst>
            <p14:sldId id="2564"/>
            <p14:sldId id="2565"/>
          </p14:sldIdLst>
        </p14:section>
        <p14:section name="Flexible Manufacturing Systems (FMS)" id="{A7EEEF25-F01A-41CF-884B-B3B3CF66956A}">
          <p14:sldIdLst>
            <p14:sldId id="2566"/>
            <p14:sldId id="2567"/>
          </p14:sldIdLst>
        </p14:section>
        <p14:section name="Lean Principles and WIP Reduction" id="{1D9557C6-7183-4947-841A-CD912846F095}">
          <p14:sldIdLst>
            <p14:sldId id="2568"/>
            <p14:sldId id="2569"/>
          </p14:sldIdLst>
        </p14:section>
        <p14:section name="Just-in-Time Manufacturing" id="{4889503C-468E-4339-BBB3-3F9CEC1DD3B8}">
          <p14:sldIdLst>
            <p14:sldId id="2570"/>
            <p14:sldId id="2571"/>
          </p14:sldIdLst>
        </p14:section>
        <p14:section name="U-Shaped Flow Lines" id="{68D9825D-30D3-4283-816A-71899F629402}">
          <p14:sldIdLst>
            <p14:sldId id="2572"/>
            <p14:sldId id="2573"/>
          </p14:sldIdLst>
        </p14:section>
        <p14:section name="Conclusion and Future Trends" id="{5E3A1FA6-7A79-4B0F-98F0-59B1788D6671}">
          <p14:sldIdLst>
            <p14:sldId id="2574"/>
            <p14:sldId id="25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61" d="100"/>
          <a:sy n="61" d="100"/>
        </p:scale>
        <p:origin x="88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6D8CAE-DFE0-4F29-8DA9-1FB60EA26459}" type="datetimeFigureOut">
              <a:t>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CE37E1-05B1-4089-A0CA-E5A0FE9E6271}" type="slidenum">
              <a:t>‹#›</a:t>
            </a:fld>
            <a:endParaRPr lang="en-US"/>
          </a:p>
        </p:txBody>
      </p:sp>
    </p:spTree>
    <p:extLst>
      <p:ext uri="{BB962C8B-B14F-4D97-AF65-F5344CB8AC3E}">
        <p14:creationId xmlns:p14="http://schemas.microsoft.com/office/powerpoint/2010/main" val="586224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D0D1170C-F1C0-4CF0-8403-B79DE83E6FF4}" type="slidenum">
              <a:t>1</a:t>
            </a:fld>
            <a:endParaRPr lang="en-US"/>
          </a:p>
        </p:txBody>
      </p:sp>
    </p:spTree>
    <p:extLst>
      <p:ext uri="{BB962C8B-B14F-4D97-AF65-F5344CB8AC3E}">
        <p14:creationId xmlns:p14="http://schemas.microsoft.com/office/powerpoint/2010/main" val="42026705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Overview and Importance of Manufacturing Systems</a:t>
            </a:r>
          </a:p>
        </p:txBody>
      </p:sp>
      <p:sp>
        <p:nvSpPr>
          <p:cNvPr id="4" name="Slide Number Placeholder 3"/>
          <p:cNvSpPr>
            <a:spLocks noGrp="1"/>
          </p:cNvSpPr>
          <p:nvPr>
            <p:ph type="sldNum" sz="quarter" idx="5"/>
          </p:nvPr>
        </p:nvSpPr>
        <p:spPr/>
        <p:txBody>
          <a:bodyPr/>
          <a:lstStyle/>
          <a:p>
            <a:fld id="{D0D1170C-F1C0-4CF0-8403-B79DE83E6FF4}" type="slidenum">
              <a:t>2</a:t>
            </a:fld>
            <a:endParaRPr lang="en-US"/>
          </a:p>
        </p:txBody>
      </p:sp>
    </p:spTree>
    <p:extLst>
      <p:ext uri="{BB962C8B-B14F-4D97-AF65-F5344CB8AC3E}">
        <p14:creationId xmlns:p14="http://schemas.microsoft.com/office/powerpoint/2010/main" val="24924466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Manufacturing systems are the backbone of industrial production, encompassing the processes, equipment, and organizational structures that transform raw materials into finished goods. Their importance lies in their direct impact on productivity, cost efficiency, and product quality. A well-designed manufacturing system ensures smooth material flow, minimizes waste, and optimizes resource utilization. Facility design plays a critical role because it determines how machines, workers, and material handling systems interact. Poor layout can lead to excessive movement, bottlenecks, and high work-in-process (WIP), while an optimized layout supports lean principles and just-in-time (JIT) production. Modern manufacturing systems integrate automation, information technology, and flexible processes to respond quickly to changing customer demands. For example, in Pakistan, industries such as automotive and packaging have adopted advanced layouts to improve efficiency and reduce costs. Atlas Honda and Pak Suzuki have implemented integrated systems that combine automated assembly with flexible cells, enabling them to handle multiple product variants without major downtime. These improvements not only enhance competitiveness but also align with global trends toward lean manufacturing and Industry 4.0. The strategic design of manufacturing systems thus influences economic performance, customer satisfaction, and long-term sustainability.</a:t>
            </a:r>
          </a:p>
        </p:txBody>
      </p:sp>
      <p:sp>
        <p:nvSpPr>
          <p:cNvPr id="4" name="Slide Number Placeholder 3"/>
          <p:cNvSpPr>
            <a:spLocks noGrp="1"/>
          </p:cNvSpPr>
          <p:nvPr>
            <p:ph type="sldNum" sz="quarter" idx="5"/>
          </p:nvPr>
        </p:nvSpPr>
        <p:spPr/>
        <p:txBody>
          <a:bodyPr/>
          <a:lstStyle/>
          <a:p>
            <a:fld id="{A28D1B49-F0D8-4889-AE70-ED2BA538CEA1}" type="slidenum">
              <a:t>3</a:t>
            </a:fld>
            <a:endParaRPr lang="en-US"/>
          </a:p>
        </p:txBody>
      </p:sp>
    </p:spTree>
    <p:extLst>
      <p:ext uri="{BB962C8B-B14F-4D97-AF65-F5344CB8AC3E}">
        <p14:creationId xmlns:p14="http://schemas.microsoft.com/office/powerpoint/2010/main" val="12692955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Manufacturing systems are structured arrangements of processes, equipment, and resources designed to transform raw materials into finished goods efficiently. They play a critical role in determining a firm's productivity, cost structure, and ability to respond to market demands. The importance of these systems lies in their capacity to add value through streamlined operations, reduced waste, and improved quality. Historically, manufacturing systems evolved from manual job shops to highly automated factories, driven by the need for higher throughput and consistency. Today, global competition and customer expectations for customization have shifted the focus toward flexibility and lean operations. Effective manufacturing systems integrate facility layout, material handling, and information flow to ensure smooth production. For example, in Pakistan, industries such as automotive and textiles have adopted modern manufacturing systems to remain competitive. Atlas Honda’s engine assembly lines demonstrate how structured systems improve efficiency and reduce cycle times. Similarly, Packages Ltd. leverages integrated systems for packaging production, ensuring rapid changeovers and minimal downtime. These examples highlight that manufacturing systems are not static; they must adapt to technological advancements, market volatility, and sustainability goals. The integration of automation, real-time data capture, and lean principles ensures that manufacturing systems remain relevant and capable of delivering high-quality products at competitive costs. Understanding these systems is essential for engineers and managers aiming to optimize operations and achieve long-term profitability.</a:t>
            </a:r>
          </a:p>
        </p:txBody>
      </p:sp>
      <p:sp>
        <p:nvSpPr>
          <p:cNvPr id="4" name="Slide Number Placeholder 3"/>
          <p:cNvSpPr>
            <a:spLocks noGrp="1"/>
          </p:cNvSpPr>
          <p:nvPr>
            <p:ph type="sldNum" sz="quarter" idx="5"/>
          </p:nvPr>
        </p:nvSpPr>
        <p:spPr/>
        <p:txBody>
          <a:bodyPr/>
          <a:lstStyle/>
          <a:p>
            <a:fld id="{D0D1170C-F1C0-4CF0-8403-B79DE83E6FF4}" type="slidenum">
              <a:t>4</a:t>
            </a:fld>
            <a:endParaRPr lang="en-US"/>
          </a:p>
        </p:txBody>
      </p:sp>
    </p:spTree>
    <p:extLst>
      <p:ext uri="{BB962C8B-B14F-4D97-AF65-F5344CB8AC3E}">
        <p14:creationId xmlns:p14="http://schemas.microsoft.com/office/powerpoint/2010/main" val="30297405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Transfer Lines and Hard Automation</a:t>
            </a:r>
          </a:p>
        </p:txBody>
      </p:sp>
      <p:sp>
        <p:nvSpPr>
          <p:cNvPr id="4" name="Slide Number Placeholder 3"/>
          <p:cNvSpPr>
            <a:spLocks noGrp="1"/>
          </p:cNvSpPr>
          <p:nvPr>
            <p:ph type="sldNum" sz="quarter" idx="5"/>
          </p:nvPr>
        </p:nvSpPr>
        <p:spPr/>
        <p:txBody>
          <a:bodyPr/>
          <a:lstStyle/>
          <a:p>
            <a:fld id="{D0D1170C-F1C0-4CF0-8403-B79DE83E6FF4}" type="slidenum">
              <a:t>5</a:t>
            </a:fld>
            <a:endParaRPr lang="en-US"/>
          </a:p>
        </p:txBody>
      </p:sp>
    </p:spTree>
    <p:extLst>
      <p:ext uri="{BB962C8B-B14F-4D97-AF65-F5344CB8AC3E}">
        <p14:creationId xmlns:p14="http://schemas.microsoft.com/office/powerpoint/2010/main" val="6383906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Fixed automation systems, often exemplified by transfer lines, are designed for high-volume, low-variety production environments. These systems rely on specialized equipment arranged in a sequential layout, enabling continuous material flow from one workstation to the next. The primary advantage of transfer lines is their unmatched production rate, which is ideal for industries producing standardized products. However, they come with significant limitations, including high initial investment, inflexibility in accommodating product changes, and vulnerability to disruptions caused by equipment failures. In Pakistan, Atlas Honda’s Sheikhupura plant illustrates the application of fixed automation through its engine assembly transfer lines. These lines are configured to maintain synchronized operations, minimizing buffer storage and ensuring consistent output. Similarly, Indus Motor Company employs automated paint and body transfer systems to achieve uniform quality in automotive production. While these systems deliver economies of scale, they require meticulous planning for layout, buffer sizing, and material handling integration. The design process involves determining optimal flow patterns, such as straight-line or U-shaped configurations, to maximize space utilization and minimize handling time. Despite their rigidity, transfer lines remain relevant for mass production sectors where demand stability justifies the investment. Future trends suggest hybrid approaches, combining fixed automation with flexible elements to enhance adaptability without compromising throughput. Understanding the strengths and limitations of fixed automation is crucial for selecting the right manufacturing strategy in competitive markets.</a:t>
            </a:r>
          </a:p>
        </p:txBody>
      </p:sp>
      <p:sp>
        <p:nvSpPr>
          <p:cNvPr id="4" name="Slide Number Placeholder 3"/>
          <p:cNvSpPr>
            <a:spLocks noGrp="1"/>
          </p:cNvSpPr>
          <p:nvPr>
            <p:ph type="sldNum" sz="quarter" idx="5"/>
          </p:nvPr>
        </p:nvSpPr>
        <p:spPr/>
        <p:txBody>
          <a:bodyPr/>
          <a:lstStyle/>
          <a:p>
            <a:fld id="{D0D1170C-F1C0-4CF0-8403-B79DE83E6FF4}" type="slidenum">
              <a:t>6</a:t>
            </a:fld>
            <a:endParaRPr lang="en-US"/>
          </a:p>
        </p:txBody>
      </p:sp>
    </p:spTree>
    <p:extLst>
      <p:ext uri="{BB962C8B-B14F-4D97-AF65-F5344CB8AC3E}">
        <p14:creationId xmlns:p14="http://schemas.microsoft.com/office/powerpoint/2010/main" val="41182657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Concept and Design of FMS</a:t>
            </a:r>
          </a:p>
        </p:txBody>
      </p:sp>
      <p:sp>
        <p:nvSpPr>
          <p:cNvPr id="4" name="Slide Number Placeholder 3"/>
          <p:cNvSpPr>
            <a:spLocks noGrp="1"/>
          </p:cNvSpPr>
          <p:nvPr>
            <p:ph type="sldNum" sz="quarter" idx="5"/>
          </p:nvPr>
        </p:nvSpPr>
        <p:spPr/>
        <p:txBody>
          <a:bodyPr/>
          <a:lstStyle/>
          <a:p>
            <a:fld id="{D0D1170C-F1C0-4CF0-8403-B79DE83E6FF4}" type="slidenum">
              <a:t>7</a:t>
            </a:fld>
            <a:endParaRPr lang="en-US"/>
          </a:p>
        </p:txBody>
      </p:sp>
    </p:spTree>
    <p:extLst>
      <p:ext uri="{BB962C8B-B14F-4D97-AF65-F5344CB8AC3E}">
        <p14:creationId xmlns:p14="http://schemas.microsoft.com/office/powerpoint/2010/main" val="37125629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Flexible Manufacturing Systems (FMS) are designed to handle a wide variety of products in low to medium volumes, offering adaptability to changing market demands. An FMS integrates processing equipment, automated material handling, and computer control to enable random, independent movement of parts between workstations. Key benefits include reduced lead times, improved machine utilization, and enhanced responsiveness to schedule changes. In Pakistan, several industries have embraced FMS principles. Pak Suzuki Motor Company employs flexible welding and assembly cells that allow quick transitions between models like Alto and Cultus. Atlas Honda uses CNC machining centers configured for multiple engine variants, supported by centralized tool storage and automated tool change systems. Packages Ltd. operates flexible packaging lines capable of handling diverse materials and designs with minimal setup time. These examples demonstrate how FMS supports scope-based economies, enabling manufacturers to produce customized products efficiently. Designing an FMS requires careful consideration of layout configurations, such as centralized or internal storage systems, and compatibility with computer control for real-time tracking. Scalability and modularity are essential to accommodate future expansions. By adopting FMS, Pakistani firms have improved operational agility, reduced WIP, and enhanced competitiveness in sectors like automotive, packaging, and consumer goods. The success of FMS lies in its ability to combine automation with flexibility, ensuring that production systems remain resilient in dynamic environments.</a:t>
            </a:r>
          </a:p>
        </p:txBody>
      </p:sp>
      <p:sp>
        <p:nvSpPr>
          <p:cNvPr id="4" name="Slide Number Placeholder 3"/>
          <p:cNvSpPr>
            <a:spLocks noGrp="1"/>
          </p:cNvSpPr>
          <p:nvPr>
            <p:ph type="sldNum" sz="quarter" idx="5"/>
          </p:nvPr>
        </p:nvSpPr>
        <p:spPr/>
        <p:txBody>
          <a:bodyPr/>
          <a:lstStyle/>
          <a:p>
            <a:fld id="{D0D1170C-F1C0-4CF0-8403-B79DE83E6FF4}" type="slidenum">
              <a:t>8</a:t>
            </a:fld>
            <a:endParaRPr lang="en-US"/>
          </a:p>
        </p:txBody>
      </p:sp>
    </p:spTree>
    <p:extLst>
      <p:ext uri="{BB962C8B-B14F-4D97-AF65-F5344CB8AC3E}">
        <p14:creationId xmlns:p14="http://schemas.microsoft.com/office/powerpoint/2010/main" val="25074044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Strategies for Reducing Work-in-Process</a:t>
            </a:r>
          </a:p>
        </p:txBody>
      </p:sp>
      <p:sp>
        <p:nvSpPr>
          <p:cNvPr id="4" name="Slide Number Placeholder 3"/>
          <p:cNvSpPr>
            <a:spLocks noGrp="1"/>
          </p:cNvSpPr>
          <p:nvPr>
            <p:ph type="sldNum" sz="quarter" idx="5"/>
          </p:nvPr>
        </p:nvSpPr>
        <p:spPr/>
        <p:txBody>
          <a:bodyPr/>
          <a:lstStyle/>
          <a:p>
            <a:fld id="{D0D1170C-F1C0-4CF0-8403-B79DE83E6FF4}" type="slidenum">
              <a:t>9</a:t>
            </a:fld>
            <a:endParaRPr lang="en-US"/>
          </a:p>
        </p:txBody>
      </p:sp>
    </p:spTree>
    <p:extLst>
      <p:ext uri="{BB962C8B-B14F-4D97-AF65-F5344CB8AC3E}">
        <p14:creationId xmlns:p14="http://schemas.microsoft.com/office/powerpoint/2010/main" val="40292283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Work-in-process (WIP) represents materials that are partially completed and awaiting further processing. Excessive WIP leads to longer cycle times, higher storage costs, and increased risk of damage. Lean manufacturing principles advocate minimizing WIP by eliminating non-value-adding activities such as unnecessary handling and storage. Strategies include implementing just-in-time (JIT) systems, optimizing layout for minimal movement, and using standardized containers for efficient handling. In Pakistan, Engro Foods has successfully applied lean principles at its Sahiwal plant, reducing WIP through synchronized production and improved material flow. Nishat Mills has optimized yarn and fabric handling to minimize intermediate storage, while Packages Ltd. has streamlined carton production by reducing buffer inventories. These initiatives have resulted in shorter lead times, improved space utilization, and enhanced profitability. Designing effective WIP control systems involves pre-positioning materials for automatic loading, simplifying handling tasks, and leveraging visual management tools. The ultimate goal is to convert wasted time into productive time, thereby increasing machine availability and accelerating revenue generation. By adopting these practices, manufacturers can achieve significant cost savings and operational efficiency, reinforcing the importance of lean thinking in modern manufacturing environments.</a:t>
            </a:r>
          </a:p>
        </p:txBody>
      </p:sp>
      <p:sp>
        <p:nvSpPr>
          <p:cNvPr id="4" name="Slide Number Placeholder 3"/>
          <p:cNvSpPr>
            <a:spLocks noGrp="1"/>
          </p:cNvSpPr>
          <p:nvPr>
            <p:ph type="sldNum" sz="quarter" idx="5"/>
          </p:nvPr>
        </p:nvSpPr>
        <p:spPr/>
        <p:txBody>
          <a:bodyPr/>
          <a:lstStyle/>
          <a:p>
            <a:fld id="{D0D1170C-F1C0-4CF0-8403-B79DE83E6FF4}" type="slidenum">
              <a:t>10</a:t>
            </a:fld>
            <a:endParaRPr lang="en-US"/>
          </a:p>
        </p:txBody>
      </p:sp>
    </p:spTree>
    <p:extLst>
      <p:ext uri="{BB962C8B-B14F-4D97-AF65-F5344CB8AC3E}">
        <p14:creationId xmlns:p14="http://schemas.microsoft.com/office/powerpoint/2010/main" val="23323258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JIT Philosophy and Implementation</a:t>
            </a:r>
          </a:p>
        </p:txBody>
      </p:sp>
      <p:sp>
        <p:nvSpPr>
          <p:cNvPr id="4" name="Slide Number Placeholder 3"/>
          <p:cNvSpPr>
            <a:spLocks noGrp="1"/>
          </p:cNvSpPr>
          <p:nvPr>
            <p:ph type="sldNum" sz="quarter" idx="5"/>
          </p:nvPr>
        </p:nvSpPr>
        <p:spPr/>
        <p:txBody>
          <a:bodyPr/>
          <a:lstStyle/>
          <a:p>
            <a:fld id="{D0D1170C-F1C0-4CF0-8403-B79DE83E6FF4}" type="slidenum">
              <a:t>11</a:t>
            </a:fld>
            <a:endParaRPr lang="en-US"/>
          </a:p>
        </p:txBody>
      </p:sp>
    </p:spTree>
    <p:extLst>
      <p:ext uri="{BB962C8B-B14F-4D97-AF65-F5344CB8AC3E}">
        <p14:creationId xmlns:p14="http://schemas.microsoft.com/office/powerpoint/2010/main" val="13959973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Just-in-Time (JIT) manufacturing is a production strategy aimed at reducing waste by producing only what is needed, when it is needed, and in the required quantity. Originating from Toyota, JIT emphasizes eliminating seven types of waste: overproduction, waiting, transportation, processing inefficiencies, excess inventory, unnecessary motion, and defects. Implementation involves techniques such as pull systems with kanbans, small lot sizes, quick setup changes, and multifunctional workers. In Pakistan, Indus Motor Company has adopted JIT principles to synchronize supplier deliveries with production schedules, reducing inventory levels and improving responsiveness. Honda Atlas also applies JIT in its assembly operations, ensuring timely availability of components and minimizing storage costs. K&amp;N’s Poultry Processing leverages JIT in its cold-chain logistics to maintain product freshness and reduce holding times. Successful JIT implementation requires robust supplier relationships, accurate demand forecasting, and efficient material handling systems. The impact on facility design includes smaller storage areas, decentralized receiving docks, and streamlined layouts to support continuous flow. By embracing JIT, Pakistani manufacturers have enhanced quality, reduced lead times, and improved cost efficiency, demonstrating the universal applicability of lean principles across diverse industries.</a:t>
            </a:r>
          </a:p>
        </p:txBody>
      </p:sp>
      <p:sp>
        <p:nvSpPr>
          <p:cNvPr id="4" name="Slide Number Placeholder 3"/>
          <p:cNvSpPr>
            <a:spLocks noGrp="1"/>
          </p:cNvSpPr>
          <p:nvPr>
            <p:ph type="sldNum" sz="quarter" idx="5"/>
          </p:nvPr>
        </p:nvSpPr>
        <p:spPr/>
        <p:txBody>
          <a:bodyPr/>
          <a:lstStyle/>
          <a:p>
            <a:fld id="{D0D1170C-F1C0-4CF0-8403-B79DE83E6FF4}" type="slidenum">
              <a:t>12</a:t>
            </a:fld>
            <a:endParaRPr lang="en-US"/>
          </a:p>
        </p:txBody>
      </p:sp>
    </p:spTree>
    <p:extLst>
      <p:ext uri="{BB962C8B-B14F-4D97-AF65-F5344CB8AC3E}">
        <p14:creationId xmlns:p14="http://schemas.microsoft.com/office/powerpoint/2010/main" val="39585440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Design and Benefits of U-Shaped Lines</a:t>
            </a:r>
          </a:p>
        </p:txBody>
      </p:sp>
      <p:sp>
        <p:nvSpPr>
          <p:cNvPr id="4" name="Slide Number Placeholder 3"/>
          <p:cNvSpPr>
            <a:spLocks noGrp="1"/>
          </p:cNvSpPr>
          <p:nvPr>
            <p:ph type="sldNum" sz="quarter" idx="5"/>
          </p:nvPr>
        </p:nvSpPr>
        <p:spPr/>
        <p:txBody>
          <a:bodyPr/>
          <a:lstStyle/>
          <a:p>
            <a:fld id="{D0D1170C-F1C0-4CF0-8403-B79DE83E6FF4}" type="slidenum">
              <a:t>13</a:t>
            </a:fld>
            <a:endParaRPr lang="en-US"/>
          </a:p>
        </p:txBody>
      </p:sp>
    </p:spTree>
    <p:extLst>
      <p:ext uri="{BB962C8B-B14F-4D97-AF65-F5344CB8AC3E}">
        <p14:creationId xmlns:p14="http://schemas.microsoft.com/office/powerpoint/2010/main" val="28907202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U-shaped flow lines are a variation of straight-line layouts designed to enhance communication, reduce material handling, and improve flexibility. By arranging machines in a U-pattern, operators can tend multiple machines efficiently, minimizing walking time and enabling quick adjustments to production schedules. This configuration supports lean principles by reducing WIP and promoting teamwork. In Pakistan, Servis Shoes employs U-shaped assembly cells to streamline footwear production, allowing operators to perform multiple tasks and balance workloads effectively. Packages Ltd. uses U-shaped printing cells to optimize space utilization and reduce handling distances. Sapphire Textiles has implemented U-shaped stitching lines to improve throughput and minimize inventory buffers. The benefits of U-shaped lines include improved line balancing, enhanced visibility for problem-solving, and scalability to meet fluctuating demand. Designing these lines requires careful consideration of machine proximity, operator paths, and ergonomic factors to ensure efficiency and safety. By adopting U-shaped layouts, manufacturers can achieve significant gains in productivity and responsiveness, reinforcing their role as a cornerstone of lean manufacturing strategies.</a:t>
            </a:r>
          </a:p>
        </p:txBody>
      </p:sp>
      <p:sp>
        <p:nvSpPr>
          <p:cNvPr id="4" name="Slide Number Placeholder 3"/>
          <p:cNvSpPr>
            <a:spLocks noGrp="1"/>
          </p:cNvSpPr>
          <p:nvPr>
            <p:ph type="sldNum" sz="quarter" idx="5"/>
          </p:nvPr>
        </p:nvSpPr>
        <p:spPr/>
        <p:txBody>
          <a:bodyPr/>
          <a:lstStyle/>
          <a:p>
            <a:fld id="{D0D1170C-F1C0-4CF0-8403-B79DE83E6FF4}" type="slidenum">
              <a:t>14</a:t>
            </a:fld>
            <a:endParaRPr lang="en-US"/>
          </a:p>
        </p:txBody>
      </p:sp>
    </p:spTree>
    <p:extLst>
      <p:ext uri="{BB962C8B-B14F-4D97-AF65-F5344CB8AC3E}">
        <p14:creationId xmlns:p14="http://schemas.microsoft.com/office/powerpoint/2010/main" val="28512422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Integration and Emerging Practices</a:t>
            </a:r>
          </a:p>
        </p:txBody>
      </p:sp>
      <p:sp>
        <p:nvSpPr>
          <p:cNvPr id="4" name="Slide Number Placeholder 3"/>
          <p:cNvSpPr>
            <a:spLocks noGrp="1"/>
          </p:cNvSpPr>
          <p:nvPr>
            <p:ph type="sldNum" sz="quarter" idx="5"/>
          </p:nvPr>
        </p:nvSpPr>
        <p:spPr/>
        <p:txBody>
          <a:bodyPr/>
          <a:lstStyle/>
          <a:p>
            <a:fld id="{D0D1170C-F1C0-4CF0-8403-B79DE83E6FF4}" type="slidenum">
              <a:t>15</a:t>
            </a:fld>
            <a:endParaRPr lang="en-US"/>
          </a:p>
        </p:txBody>
      </p:sp>
    </p:spTree>
    <p:extLst>
      <p:ext uri="{BB962C8B-B14F-4D97-AF65-F5344CB8AC3E}">
        <p14:creationId xmlns:p14="http://schemas.microsoft.com/office/powerpoint/2010/main" val="1251992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evolution of manufacturing systems reflects a continuous pursuit of efficiency, flexibility, and quality. From fixed automation to flexible manufacturing systems and lean practices, each approach addresses specific operational challenges. In Pakistan, industries are increasingly adopting advanced manufacturing concepts such as JIT, U-shaped lines, and FMS to remain competitive in global markets. Future trends include greater use of digital technologies like RFID, automated guided vehicles (AGVs), and machine vision for real-time monitoring and control. The rise of e-commerce and consumer demand for customization will drive further integration of information systems with physical processes. Sustainability considerations will influence facility design, emphasizing energy efficiency and waste reduction. As manufacturing moves toward Industry 4.0, the convergence of automation, data analytics, and smart systems will redefine production paradigms. For Pakistani manufacturers, embracing these trends offers opportunities to enhance productivity, reduce costs, and expand into new markets. The journey toward integrated, lean, and flexible manufacturing systems is not optional—it is essential for long-term success in an increasingly dynamic and competitive environment.</a:t>
            </a:r>
          </a:p>
        </p:txBody>
      </p:sp>
      <p:sp>
        <p:nvSpPr>
          <p:cNvPr id="4" name="Slide Number Placeholder 3"/>
          <p:cNvSpPr>
            <a:spLocks noGrp="1"/>
          </p:cNvSpPr>
          <p:nvPr>
            <p:ph type="sldNum" sz="quarter" idx="5"/>
          </p:nvPr>
        </p:nvSpPr>
        <p:spPr/>
        <p:txBody>
          <a:bodyPr/>
          <a:lstStyle/>
          <a:p>
            <a:fld id="{D0D1170C-F1C0-4CF0-8403-B79DE83E6FF4}" type="slidenum">
              <a:t>16</a:t>
            </a:fld>
            <a:endParaRPr lang="en-US"/>
          </a:p>
        </p:txBody>
      </p:sp>
    </p:spTree>
    <p:extLst>
      <p:ext uri="{BB962C8B-B14F-4D97-AF65-F5344CB8AC3E}">
        <p14:creationId xmlns:p14="http://schemas.microsoft.com/office/powerpoint/2010/main" val="28146569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685800" y="240410"/>
            <a:ext cx="10813067" cy="783835"/>
          </a:xfrm>
        </p:spPr>
        <p:txBody>
          <a:bodyPr vert="horz" lIns="91440" tIns="45720" rIns="91440" bIns="45720" rtlCol="0" anchor="b">
            <a:normAutofit/>
          </a:bodyPr>
          <a:lstStyle>
            <a:lvl1pPr>
              <a:defRPr lang="en-US" sz="3600" dirty="0">
                <a:solidFill>
                  <a:schemeClr val="tx2">
                    <a:alpha val="90000"/>
                  </a:schemeClr>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685800" y="998185"/>
            <a:ext cx="10813067" cy="541508"/>
          </a:xfrm>
        </p:spPr>
        <p:txBody>
          <a:bodyPr vert="horz" lIns="91440" tIns="45720" rIns="91440" bIns="45720" rtlCol="0">
            <a:normAutofit/>
          </a:bodyPr>
          <a:lstStyle>
            <a:lvl1pPr marL="0" indent="0">
              <a:buNone/>
              <a:defRPr lang="en-US" dirty="0"/>
            </a:lvl1pPr>
          </a:lstStyle>
          <a:p>
            <a:pPr lvl="0"/>
            <a:r>
              <a:rPr lang="en-US"/>
              <a:t>Click to edit Master subtitle style</a:t>
            </a:r>
            <a:endParaRPr lang="en-US" dirty="0"/>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462974" y="1606318"/>
            <a:ext cx="11268845" cy="4791456"/>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8B12FF42-78AA-43B7-BE38-617D6A986F75}" type="datetime1">
              <a:rPr lang="en-US" smtClean="0"/>
              <a:t>1/20/26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FFFC4771-5A22-2E68-AB04-0949D0A15B66}"/>
              </a:ext>
            </a:extLst>
          </p:cNvPr>
          <p:cNvCxnSpPr>
            <a:cxnSpLocks/>
          </p:cNvCxnSpPr>
          <p:nvPr/>
        </p:nvCxnSpPr>
        <p:spPr>
          <a:xfrm flipH="1">
            <a:off x="0" y="159971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AA95C5A-6D75-9E1D-C459-7F2022E84F55}"/>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0ED5AC1-9F96-A868-7F45-523BF1A45E7C}"/>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0E1F764-5B01-7711-9CF1-7EA13A629701}"/>
              </a:ext>
            </a:extLst>
          </p:cNvPr>
          <p:cNvCxnSpPr>
            <a:cxnSpLocks/>
          </p:cNvCxnSpPr>
          <p:nvPr/>
        </p:nvCxnSpPr>
        <p:spPr>
          <a:xfrm flipH="1">
            <a:off x="0" y="639617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597641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685800" y="360221"/>
            <a:ext cx="10515600" cy="133046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685800" y="2004291"/>
            <a:ext cx="10515600" cy="41726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6858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2F88F8D0-0E9B-4650-859F-69E8A62E8B3F}" type="datetime1">
              <a:rPr lang="en-US" smtClean="0"/>
              <a:t>1/20/26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5" name="Straight Connector 14">
            <a:extLst>
              <a:ext uri="{FF2B5EF4-FFF2-40B4-BE49-F238E27FC236}">
                <a16:creationId xmlns:a16="http://schemas.microsoft.com/office/drawing/2014/main" id="{176D044F-5574-D6D7-2A47-5069E411C22F}"/>
              </a:ext>
            </a:extLst>
          </p:cNvPr>
          <p:cNvCxnSpPr>
            <a:cxnSpLocks/>
          </p:cNvCxnSpPr>
          <p:nvPr/>
        </p:nvCxnSpPr>
        <p:spPr>
          <a:xfrm flipH="1">
            <a:off x="0" y="1825625"/>
            <a:ext cx="12210293"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0618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512724" y="1480212"/>
            <a:ext cx="3918954" cy="2273637"/>
          </a:xfrm>
        </p:spPr>
        <p:txBody>
          <a:bodyPr vert="horz" lIns="91440" tIns="45720" rIns="91440" bIns="45720" rtlCol="0" anchor="b">
            <a:normAutofit/>
          </a:bodyPr>
          <a:lstStyle>
            <a:lvl1pPr algn="ctr">
              <a:defRPr lang="en-US" sz="3600" dirty="0">
                <a:solidFill>
                  <a:schemeClr val="tx2">
                    <a:alpha val="90000"/>
                  </a:schemeClr>
                </a:solidFill>
              </a:defRPr>
            </a:lvl1pPr>
          </a:lstStyle>
          <a:p>
            <a:pPr lvl="0" algn="ctr"/>
            <a:r>
              <a:rPr lang="en-US"/>
              <a:t>Click to edit Master title style</a:t>
            </a:r>
            <a:endParaRPr lang="en-US" dirty="0"/>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620272" y="4232388"/>
            <a:ext cx="3703859" cy="1542770"/>
          </a:xfrm>
        </p:spPr>
        <p:txBody>
          <a:bodyPr vert="horz" lIns="91440" tIns="45720" rIns="91440" bIns="45720" rtlCol="0">
            <a:normAutofit/>
          </a:bodyPr>
          <a:lstStyle>
            <a:lvl1pPr marL="0" indent="0" algn="ctr">
              <a:buNone/>
              <a:defRPr lang="en-US" dirty="0"/>
            </a:lvl1pPr>
          </a:lstStyle>
          <a:p>
            <a:pPr lvl="0"/>
            <a:r>
              <a:rPr lang="en-US"/>
              <a:t>Click to edit Master subtitle style</a:t>
            </a:r>
            <a:endParaRPr lang="en-US" dirty="0"/>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4958748" y="465265"/>
            <a:ext cx="7240587" cy="5927467"/>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00EF5918-5053-4743-83B7-4EAD76501314}" type="datetime1">
              <a:rPr lang="en-US" smtClean="0"/>
              <a:t>1/20/26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0" name="Straight Connector 9">
            <a:extLst>
              <a:ext uri="{FF2B5EF4-FFF2-40B4-BE49-F238E27FC236}">
                <a16:creationId xmlns:a16="http://schemas.microsoft.com/office/drawing/2014/main" id="{90C7E87E-EC44-47F9-6172-5EEA03DE5D87}"/>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071CA13-2095-558D-E0DC-1576A14BBE72}"/>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159F346-B80F-F5BC-5D76-9443FA0031B4}"/>
              </a:ext>
            </a:extLst>
          </p:cNvPr>
          <p:cNvCxnSpPr>
            <a:cxnSpLocks/>
          </p:cNvCxnSpPr>
          <p:nvPr/>
        </p:nvCxnSpPr>
        <p:spPr>
          <a:xfrm>
            <a:off x="495157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836325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7772445" y="1480212"/>
            <a:ext cx="3849131" cy="2871351"/>
          </a:xfrm>
        </p:spPr>
        <p:txBody>
          <a:bodyPr anchor="ctr">
            <a:normAutofit/>
          </a:bodyPr>
          <a:lstStyle>
            <a:lvl1pPr algn="ctr">
              <a:defRPr sz="3600">
                <a:solidFill>
                  <a:schemeClr val="tx2">
                    <a:alpha val="90000"/>
                  </a:schemeClr>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7772446" y="5410440"/>
            <a:ext cx="3849128" cy="1068207"/>
          </a:xfrm>
        </p:spPr>
        <p:txBody>
          <a:bodyPr anchor="ctr">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0" y="0"/>
            <a:ext cx="7204414" cy="6859634"/>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7429501" y="6445997"/>
            <a:ext cx="2955465"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a:xfrm>
            <a:off x="10226650" y="6445997"/>
            <a:ext cx="1353059" cy="365125"/>
          </a:xfrm>
        </p:spPr>
        <p:txBody>
          <a:bodyPr/>
          <a:lstStyle>
            <a:lvl1pPr>
              <a:defRPr>
                <a:solidFill>
                  <a:schemeClr val="tx2"/>
                </a:solidFill>
              </a:defRPr>
            </a:lvl1pPr>
          </a:lstStyle>
          <a:p>
            <a:fld id="{AD495F72-74F9-4C7D-96DC-BB7900DFF168}" type="datetime1">
              <a:rPr lang="en-US" smtClean="0"/>
              <a:t>1/20/26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88BE003B-9AA9-5AAB-16A3-CC8CD5997AAA}"/>
              </a:ext>
            </a:extLst>
          </p:cNvPr>
          <p:cNvCxnSpPr>
            <a:cxnSpLocks/>
          </p:cNvCxnSpPr>
          <p:nvPr/>
        </p:nvCxnSpPr>
        <p:spPr>
          <a:xfrm flipH="1">
            <a:off x="7206802" y="5031087"/>
            <a:ext cx="4985198"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0CBC2A1-BC50-27CD-C764-435FA7A59ABD}"/>
              </a:ext>
            </a:extLst>
          </p:cNvPr>
          <p:cNvCxnSpPr>
            <a:cxnSpLocks/>
          </p:cNvCxnSpPr>
          <p:nvPr/>
        </p:nvCxnSpPr>
        <p:spPr>
          <a:xfrm>
            <a:off x="720680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338885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685800" y="5160261"/>
            <a:ext cx="10813067" cy="783835"/>
          </a:xfrm>
        </p:spPr>
        <p:txBody>
          <a:bodyPr vert="horz" lIns="91440" tIns="45720" rIns="91440" bIns="45720" rtlCol="0" anchor="b">
            <a:normAutofit/>
          </a:bodyPr>
          <a:lstStyle>
            <a:lvl1pPr>
              <a:defRPr lang="en-US" sz="3600" dirty="0">
                <a:solidFill>
                  <a:schemeClr val="tx2">
                    <a:alpha val="90000"/>
                  </a:schemeClr>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685800" y="5931483"/>
            <a:ext cx="10813067" cy="611557"/>
          </a:xfrm>
        </p:spPr>
        <p:txBody>
          <a:bodyPr vert="horz" lIns="91440" tIns="45720" rIns="91440" bIns="45720" rtlCol="0">
            <a:normAutofit/>
          </a:bodyPr>
          <a:lstStyle>
            <a:lvl1pPr marL="0" indent="0">
              <a:buNone/>
              <a:defRPr lang="en-US" dirty="0"/>
            </a:lvl1pPr>
          </a:lstStyle>
          <a:p>
            <a:pPr lvl="0"/>
            <a:r>
              <a:rPr lang="en-US"/>
              <a:t>Click to edit Master subtitle style</a:t>
            </a:r>
            <a:endParaRPr lang="en-US" dirty="0"/>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462974" y="0"/>
            <a:ext cx="11268845" cy="5019190"/>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685800" y="6445997"/>
            <a:ext cx="3949302"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AB6383D2-C802-4DD2-AEDD-7474238763C3}" type="datetime1">
              <a:rPr lang="en-US" smtClean="0"/>
              <a:t>1/20/26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FFFC4771-5A22-2E68-AB04-0949D0A15B66}"/>
              </a:ext>
            </a:extLst>
          </p:cNvPr>
          <p:cNvCxnSpPr>
            <a:cxnSpLocks/>
          </p:cNvCxnSpPr>
          <p:nvPr/>
        </p:nvCxnSpPr>
        <p:spPr>
          <a:xfrm flipH="1">
            <a:off x="0" y="501926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AA95C5A-6D75-9E1D-C459-7F2022E84F55}"/>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0ED5AC1-9F96-A868-7F45-523BF1A45E7C}"/>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2885426"/>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2096430" y="1226087"/>
            <a:ext cx="7961965" cy="3290611"/>
          </a:xfrm>
        </p:spPr>
        <p:txBody>
          <a:bodyPr anchor="ctr">
            <a:normAutofit/>
          </a:bodyPr>
          <a:lstStyle>
            <a:lvl1pPr algn="ctr">
              <a:defRPr sz="4800">
                <a:solidFill>
                  <a:schemeClr val="tx2">
                    <a:alpha val="90000"/>
                  </a:schemeClr>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2676941" y="5812260"/>
            <a:ext cx="6838118" cy="702946"/>
          </a:xfrm>
        </p:spPr>
        <p:txBody>
          <a:bodyPr anchor="ctr">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640080" y="6445997"/>
            <a:ext cx="3777327"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8A278C13-F8B8-4237-9811-6A882F130BDA}" type="datetime1">
              <a:rPr lang="en-US" smtClean="0"/>
              <a:t>1/20/26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77C4A186-7A3C-2849-F4A7-5B5565EB29E6}"/>
              </a:ext>
            </a:extLst>
          </p:cNvPr>
          <p:cNvCxnSpPr>
            <a:cxnSpLocks/>
          </p:cNvCxnSpPr>
          <p:nvPr/>
        </p:nvCxnSpPr>
        <p:spPr>
          <a:xfrm flipH="1">
            <a:off x="0" y="5469467"/>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92B7528-295D-CD0F-0521-B5C01EAC12DD}"/>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26261A6-5928-598A-5A46-6855CE4DF282}"/>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0126382"/>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1636222" y="1246912"/>
            <a:ext cx="8919556" cy="3050766"/>
          </a:xfrm>
        </p:spPr>
        <p:txBody>
          <a:bodyPr anchor="ctr">
            <a:normAutofit/>
          </a:bodyPr>
          <a:lstStyle>
            <a:lvl1pPr algn="ctr">
              <a:defRPr sz="5400">
                <a:solidFill>
                  <a:schemeClr val="tx2">
                    <a:alpha val="90000"/>
                  </a:schemeClr>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2451378" y="5345199"/>
            <a:ext cx="7289245" cy="1184035"/>
          </a:xfrm>
        </p:spPr>
        <p:txBody>
          <a:bodyPr anchor="ctr">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3545FD76-1DE6-4A1C-9609-D2819734F8F3}" type="datetime1">
              <a:rPr lang="en-US" smtClean="0"/>
              <a:t>1/20/26</a:t>
            </a:fld>
            <a:endParaRPr lang="en-US" dirty="0"/>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7" name="Straight Connector 6">
            <a:extLst>
              <a:ext uri="{FF2B5EF4-FFF2-40B4-BE49-F238E27FC236}">
                <a16:creationId xmlns:a16="http://schemas.microsoft.com/office/drawing/2014/main" id="{77C4A186-7A3C-2849-F4A7-5B5565EB29E6}"/>
              </a:ext>
            </a:extLst>
          </p:cNvPr>
          <p:cNvCxnSpPr>
            <a:cxnSpLocks/>
          </p:cNvCxnSpPr>
          <p:nvPr/>
        </p:nvCxnSpPr>
        <p:spPr>
          <a:xfrm flipH="1">
            <a:off x="0" y="5016433"/>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0C7E87E-EC44-47F9-6172-5EEA03DE5D87}"/>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596824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2950265" y="1400657"/>
            <a:ext cx="6291470" cy="3290611"/>
          </a:xfrm>
        </p:spPr>
        <p:txBody>
          <a:bodyPr anchor="ctr">
            <a:normAutofit/>
          </a:bodyPr>
          <a:lstStyle>
            <a:lvl1pPr algn="ctr">
              <a:defRPr sz="4800">
                <a:solidFill>
                  <a:schemeClr val="tx2">
                    <a:lumMod val="90000"/>
                    <a:alpha val="80000"/>
                  </a:schemeClr>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2676941" y="5812260"/>
            <a:ext cx="6838118" cy="702946"/>
          </a:xfrm>
        </p:spPr>
        <p:txBody>
          <a:bodyPr anchor="ctr">
            <a:normAutofit/>
          </a:bodyPr>
          <a:lstStyle>
            <a:lvl1pPr marL="0" indent="0" algn="ctr">
              <a:buNone/>
              <a:defRPr sz="1800">
                <a:solidFill>
                  <a:schemeClr val="tx2">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p:txBody>
          <a:bodyPr/>
          <a:lstStyle>
            <a:lvl1pPr>
              <a:defRPr>
                <a:solidFill>
                  <a:schemeClr val="tx2">
                    <a:alpha val="80000"/>
                  </a:schemeClr>
                </a:solidFill>
              </a:defRPr>
            </a:lvl1pPr>
          </a:lstStyle>
          <a:p>
            <a:r>
              <a:rPr lang="en-US" dirty="0"/>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alpha val="80000"/>
                  </a:schemeClr>
                </a:solidFill>
              </a:defRPr>
            </a:lvl1pPr>
          </a:lstStyle>
          <a:p>
            <a:fld id="{014AE7A1-FDDE-474D-BCD9-88FCF250514D}" type="datetime1">
              <a:rPr lang="en-US" smtClean="0"/>
              <a:t>1/20/26</a:t>
            </a:fld>
            <a:endParaRPr lang="en-US" dirty="0"/>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alpha val="80000"/>
                  </a:schemeClr>
                </a:solidFill>
              </a:defRPr>
            </a:lvl1pPr>
          </a:lstStyle>
          <a:p>
            <a:fld id="{DDF60B60-82CA-4BB9-BA6E-A62FADF2374B}" type="slidenum">
              <a:rPr lang="en-US" smtClean="0"/>
              <a:t>‹#›</a:t>
            </a:fld>
            <a:endParaRPr lang="en-US" dirty="0"/>
          </a:p>
        </p:txBody>
      </p:sp>
      <p:cxnSp>
        <p:nvCxnSpPr>
          <p:cNvPr id="7" name="Straight Connector 6">
            <a:extLst>
              <a:ext uri="{FF2B5EF4-FFF2-40B4-BE49-F238E27FC236}">
                <a16:creationId xmlns:a16="http://schemas.microsoft.com/office/drawing/2014/main" id="{77C4A186-7A3C-2849-F4A7-5B5565EB29E6}"/>
              </a:ext>
            </a:extLst>
          </p:cNvPr>
          <p:cNvCxnSpPr>
            <a:cxnSpLocks/>
          </p:cNvCxnSpPr>
          <p:nvPr/>
        </p:nvCxnSpPr>
        <p:spPr>
          <a:xfrm flipH="1">
            <a:off x="0" y="5469467"/>
            <a:ext cx="12192000" cy="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5860F39-D33B-13B7-DD5E-58C8CE6DCE69}"/>
              </a:ext>
            </a:extLst>
          </p:cNvPr>
          <p:cNvCxnSpPr>
            <a:cxnSpLocks/>
          </p:cNvCxnSpPr>
          <p:nvPr/>
        </p:nvCxnSpPr>
        <p:spPr>
          <a:xfrm>
            <a:off x="2317750" y="0"/>
            <a:ext cx="0" cy="685800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417974A-33A9-A10C-D982-114045377C2E}"/>
              </a:ext>
            </a:extLst>
          </p:cNvPr>
          <p:cNvCxnSpPr>
            <a:cxnSpLocks/>
          </p:cNvCxnSpPr>
          <p:nvPr/>
        </p:nvCxnSpPr>
        <p:spPr>
          <a:xfrm>
            <a:off x="9874250" y="0"/>
            <a:ext cx="0" cy="685800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0C7E87E-EC44-47F9-6172-5EEA03DE5D87}"/>
              </a:ext>
            </a:extLst>
          </p:cNvPr>
          <p:cNvCxnSpPr>
            <a:cxnSpLocks/>
          </p:cNvCxnSpPr>
          <p:nvPr/>
        </p:nvCxnSpPr>
        <p:spPr>
          <a:xfrm flipH="1">
            <a:off x="0" y="459932"/>
            <a:ext cx="12192000" cy="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4837113"/>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22D6AD5-6168-B411-89A9-90C82303B25C}"/>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EC6DA0-2CB8-AFC5-DB06-AB9235983979}"/>
              </a:ext>
            </a:extLst>
          </p:cNvPr>
          <p:cNvSpPr>
            <a:spLocks noGrp="1"/>
          </p:cNvSpPr>
          <p:nvPr>
            <p:ph type="title"/>
          </p:nvPr>
        </p:nvSpPr>
        <p:spPr>
          <a:xfrm>
            <a:off x="457200" y="2838087"/>
            <a:ext cx="8932653" cy="3312544"/>
          </a:xfrm>
        </p:spPr>
        <p:txBody>
          <a:bodyPr anchor="b">
            <a:normAutofit/>
          </a:bodyPr>
          <a:lstStyle>
            <a:lvl1pPr>
              <a:lnSpc>
                <a:spcPct val="80000"/>
              </a:lnSpc>
              <a:defRPr sz="6600" cap="all" baseline="0">
                <a:solidFill>
                  <a:schemeClr val="tx2">
                    <a:alpha val="55000"/>
                  </a:schemeClr>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8E16A9F-28B9-2207-66D3-D952EB7EC876}"/>
              </a:ext>
            </a:extLst>
          </p:cNvPr>
          <p:cNvSpPr>
            <a:spLocks noGrp="1"/>
          </p:cNvSpPr>
          <p:nvPr>
            <p:ph type="body" idx="1"/>
          </p:nvPr>
        </p:nvSpPr>
        <p:spPr>
          <a:xfrm>
            <a:off x="685800" y="-789870"/>
            <a:ext cx="10515600" cy="638352"/>
          </a:xfrm>
        </p:spPr>
        <p:txBody>
          <a:bodyPr>
            <a:normAutofit/>
          </a:bodyPr>
          <a:lstStyle>
            <a:lvl1pPr marL="0" indent="0">
              <a:buNone/>
              <a:defRPr sz="2000">
                <a:solidFill>
                  <a:schemeClr val="bg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28B3F77F-C41D-1011-B9F4-A5DE814F43EF}"/>
              </a:ext>
            </a:extLst>
          </p:cNvPr>
          <p:cNvSpPr>
            <a:spLocks noGrp="1"/>
          </p:cNvSpPr>
          <p:nvPr>
            <p:ph type="ftr" sz="quarter" idx="11"/>
          </p:nvPr>
        </p:nvSpPr>
        <p:spPr>
          <a:xfrm>
            <a:off x="457200" y="6445997"/>
            <a:ext cx="3751081"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E58CD507-925C-84B3-8F49-9F3B91209D8F}"/>
              </a:ext>
            </a:extLst>
          </p:cNvPr>
          <p:cNvSpPr>
            <a:spLocks noGrp="1"/>
          </p:cNvSpPr>
          <p:nvPr>
            <p:ph type="dt" sz="half" idx="10"/>
          </p:nvPr>
        </p:nvSpPr>
        <p:spPr/>
        <p:txBody>
          <a:bodyPr/>
          <a:lstStyle>
            <a:lvl1pPr>
              <a:defRPr>
                <a:solidFill>
                  <a:schemeClr val="tx2"/>
                </a:solidFill>
              </a:defRPr>
            </a:lvl1pPr>
          </a:lstStyle>
          <a:p>
            <a:fld id="{DAC6904D-FBDC-4E1E-863E-C45FAD9DD85B}" type="datetime1">
              <a:rPr lang="en-US" smtClean="0"/>
              <a:t>1/20/26</a:t>
            </a:fld>
            <a:endParaRPr lang="en-US" dirty="0"/>
          </a:p>
        </p:txBody>
      </p:sp>
      <p:sp>
        <p:nvSpPr>
          <p:cNvPr id="6" name="Slide Number Placeholder 5">
            <a:extLst>
              <a:ext uri="{FF2B5EF4-FFF2-40B4-BE49-F238E27FC236}">
                <a16:creationId xmlns:a16="http://schemas.microsoft.com/office/drawing/2014/main" id="{6C13B4AE-32E8-CAFF-4A3C-6CBE4FFFA843}"/>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7" name="Straight Connector 6">
            <a:extLst>
              <a:ext uri="{FF2B5EF4-FFF2-40B4-BE49-F238E27FC236}">
                <a16:creationId xmlns:a16="http://schemas.microsoft.com/office/drawing/2014/main" id="{9BFA0DE8-9E4B-D747-CB64-14B8DEDC02EA}"/>
              </a:ext>
            </a:extLst>
          </p:cNvPr>
          <p:cNvCxnSpPr>
            <a:cxnSpLocks/>
          </p:cNvCxnSpPr>
          <p:nvPr/>
        </p:nvCxnSpPr>
        <p:spPr>
          <a:xfrm flipH="1">
            <a:off x="0" y="1367580"/>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1EB75EB-F27E-271A-C843-4096E1F19057}"/>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012786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2">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4BE01F4-F5E6-FB52-8FEA-5927DFC8AA7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EC6DA0-2CB8-AFC5-DB06-AB9235983979}"/>
              </a:ext>
            </a:extLst>
          </p:cNvPr>
          <p:cNvSpPr>
            <a:spLocks noGrp="1"/>
          </p:cNvSpPr>
          <p:nvPr>
            <p:ph type="title"/>
          </p:nvPr>
        </p:nvSpPr>
        <p:spPr>
          <a:xfrm>
            <a:off x="457200" y="2968607"/>
            <a:ext cx="8932653" cy="3450568"/>
          </a:xfrm>
        </p:spPr>
        <p:txBody>
          <a:bodyPr anchor="b">
            <a:normAutofit/>
          </a:bodyPr>
          <a:lstStyle>
            <a:lvl1pPr>
              <a:lnSpc>
                <a:spcPct val="80000"/>
              </a:lnSpc>
              <a:defRPr sz="6600" cap="all" baseline="0">
                <a:solidFill>
                  <a:schemeClr val="tx2">
                    <a:lumMod val="90000"/>
                    <a:alpha val="65000"/>
                  </a:schemeClr>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8E16A9F-28B9-2207-66D3-D952EB7EC876}"/>
              </a:ext>
            </a:extLst>
          </p:cNvPr>
          <p:cNvSpPr>
            <a:spLocks noGrp="1"/>
          </p:cNvSpPr>
          <p:nvPr>
            <p:ph type="body" idx="1"/>
          </p:nvPr>
        </p:nvSpPr>
        <p:spPr>
          <a:xfrm>
            <a:off x="685800" y="-789870"/>
            <a:ext cx="10515600" cy="638352"/>
          </a:xfrm>
        </p:spPr>
        <p:txBody>
          <a:bodyPr>
            <a:normAutofit/>
          </a:bodyPr>
          <a:lstStyle>
            <a:lvl1pPr marL="0" indent="0">
              <a:buNone/>
              <a:defRPr sz="2000">
                <a:solidFill>
                  <a:schemeClr val="bg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28B3F77F-C41D-1011-B9F4-A5DE814F43EF}"/>
              </a:ext>
            </a:extLst>
          </p:cNvPr>
          <p:cNvSpPr>
            <a:spLocks noGrp="1"/>
          </p:cNvSpPr>
          <p:nvPr>
            <p:ph type="ftr" sz="quarter" idx="11"/>
          </p:nvPr>
        </p:nvSpPr>
        <p:spPr>
          <a:xfrm>
            <a:off x="457200" y="6445997"/>
            <a:ext cx="3751081"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E58CD507-925C-84B3-8F49-9F3B91209D8F}"/>
              </a:ext>
            </a:extLst>
          </p:cNvPr>
          <p:cNvSpPr>
            <a:spLocks noGrp="1"/>
          </p:cNvSpPr>
          <p:nvPr>
            <p:ph type="dt" sz="half" idx="10"/>
          </p:nvPr>
        </p:nvSpPr>
        <p:spPr/>
        <p:txBody>
          <a:bodyPr/>
          <a:lstStyle>
            <a:lvl1pPr>
              <a:defRPr>
                <a:solidFill>
                  <a:schemeClr val="tx2"/>
                </a:solidFill>
              </a:defRPr>
            </a:lvl1pPr>
          </a:lstStyle>
          <a:p>
            <a:fld id="{955570C2-432E-4238-AE9E-852D979BFC70}" type="datetime1">
              <a:rPr lang="en-US" smtClean="0"/>
              <a:t>1/20/26</a:t>
            </a:fld>
            <a:endParaRPr lang="en-US" dirty="0"/>
          </a:p>
        </p:txBody>
      </p:sp>
      <p:sp>
        <p:nvSpPr>
          <p:cNvPr id="6" name="Slide Number Placeholder 5">
            <a:extLst>
              <a:ext uri="{FF2B5EF4-FFF2-40B4-BE49-F238E27FC236}">
                <a16:creationId xmlns:a16="http://schemas.microsoft.com/office/drawing/2014/main" id="{6C13B4AE-32E8-CAFF-4A3C-6CBE4FFFA843}"/>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7" name="Straight Connector 6">
            <a:extLst>
              <a:ext uri="{FF2B5EF4-FFF2-40B4-BE49-F238E27FC236}">
                <a16:creationId xmlns:a16="http://schemas.microsoft.com/office/drawing/2014/main" id="{9BFA0DE8-9E4B-D747-CB64-14B8DEDC02EA}"/>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95FFB35-3AE5-1BED-838E-1C6BC98721BC}"/>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9179777"/>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Agenda">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02D18C4-A1A8-6CA4-B4A2-0E9791DC7F71}"/>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1" y="463362"/>
            <a:ext cx="11122507" cy="1162632"/>
          </a:xfrm>
        </p:spPr>
        <p:txBody>
          <a:bodyPr anchor="ctr">
            <a:normAutofit/>
          </a:bodyPr>
          <a:lstStyle>
            <a:lvl1pPr>
              <a:defRPr sz="7200" cap="all" baseline="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479085" y="2249592"/>
            <a:ext cx="6100623" cy="3787062"/>
          </a:xfrm>
        </p:spPr>
        <p:txBody>
          <a:bodyPr vert="horz" lIns="91440" tIns="45720" rIns="91440" bIns="45720" rtlCol="0">
            <a:normAutofit/>
          </a:bodyPr>
          <a:lstStyle>
            <a:lvl1pPr marL="457200" indent="-457200">
              <a:buFont typeface="+mj-lt"/>
              <a:buAutoNum type="arabicPeriod"/>
              <a:defRPr lang="en-US" sz="2000" dirty="0">
                <a:solidFill>
                  <a:schemeClr val="tx2"/>
                </a:solidFill>
              </a:defRPr>
            </a:lvl1pPr>
            <a:lvl2pPr marL="571500" indent="-342900">
              <a:buFont typeface="+mj-lt"/>
              <a:buAutoNum type="arabicPeriod"/>
              <a:defRPr lang="en-US" sz="1800" dirty="0">
                <a:solidFill>
                  <a:schemeClr val="tx2"/>
                </a:solidFill>
              </a:defRPr>
            </a:lvl2pPr>
            <a:lvl3pPr marL="800100" indent="-342900">
              <a:buFont typeface="+mj-lt"/>
              <a:buAutoNum type="arabicPeriod"/>
              <a:defRPr lang="en-US" sz="1600" dirty="0">
                <a:solidFill>
                  <a:schemeClr val="tx2"/>
                </a:solidFill>
              </a:defRPr>
            </a:lvl3pPr>
            <a:lvl4pPr marL="1028700" indent="-342900">
              <a:buFont typeface="+mj-lt"/>
              <a:buAutoNum type="arabicPeriod"/>
              <a:defRPr lang="en-US" sz="1400" dirty="0">
                <a:solidFill>
                  <a:schemeClr val="tx2"/>
                </a:solidFill>
              </a:defRPr>
            </a:lvl4pPr>
            <a:lvl5pPr marL="1257300" indent="-342900">
              <a:buFont typeface="+mj-lt"/>
              <a:buAutoNum type="arabicPeriod"/>
              <a:defRPr lang="en-US" sz="1400"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2"/>
                </a:solidFill>
              </a:defRPr>
            </a:lvl1pPr>
          </a:lstStyle>
          <a:p>
            <a:fld id="{30A4DEF6-D0A5-424B-A38E-B8028C0E0D08}" type="datetime1">
              <a:rPr lang="en-US" smtClean="0"/>
              <a:t>1/20/26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11" name="Straight Connector 10">
            <a:extLst>
              <a:ext uri="{FF2B5EF4-FFF2-40B4-BE49-F238E27FC236}">
                <a16:creationId xmlns:a16="http://schemas.microsoft.com/office/drawing/2014/main" id="{F06406B2-3637-5849-867E-A0ADC9D9DDA5}"/>
              </a:ext>
            </a:extLst>
          </p:cNvPr>
          <p:cNvCxnSpPr>
            <a:cxnSpLocks/>
          </p:cNvCxnSpPr>
          <p:nvPr/>
        </p:nvCxnSpPr>
        <p:spPr>
          <a:xfrm flipH="1">
            <a:off x="0" y="1822345"/>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126687"/>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58E6B6D-2F30-4BA9-2B55-62940E3BFCA3}"/>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1" y="1118941"/>
            <a:ext cx="6565392" cy="5200516"/>
          </a:xfrm>
        </p:spPr>
        <p:txBody>
          <a:bodyPr anchor="b">
            <a:normAutofit/>
          </a:bodyPr>
          <a:lstStyle>
            <a:lvl1pPr>
              <a:lnSpc>
                <a:spcPct val="80000"/>
              </a:lnSpc>
              <a:defRPr sz="8000" cap="all" baseline="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857689" y="532759"/>
            <a:ext cx="3877110" cy="5463437"/>
          </a:xfrm>
        </p:spPr>
        <p:txBody>
          <a:bodyPr vert="horz" lIns="91440" tIns="45720" rIns="91440" bIns="45720" rtlCol="0">
            <a:normAutofit/>
          </a:bodyPr>
          <a:lstStyle>
            <a:lvl1pPr marL="457200" indent="-457200">
              <a:buFont typeface="+mj-lt"/>
              <a:buAutoNum type="arabicPeriod"/>
              <a:defRPr lang="en-US" sz="1800" dirty="0">
                <a:solidFill>
                  <a:schemeClr val="tx2"/>
                </a:solidFill>
              </a:defRPr>
            </a:lvl1pPr>
            <a:lvl2pPr marL="571500" indent="-342900">
              <a:buFont typeface="+mj-lt"/>
              <a:buAutoNum type="arabicPeriod"/>
              <a:defRPr lang="en-US" sz="1600" dirty="0">
                <a:solidFill>
                  <a:schemeClr val="tx2"/>
                </a:solidFill>
              </a:defRPr>
            </a:lvl2pPr>
            <a:lvl3pPr marL="800100" indent="-342900">
              <a:buFont typeface="+mj-lt"/>
              <a:buAutoNum type="arabicPeriod"/>
              <a:defRPr lang="en-US" sz="1600" dirty="0">
                <a:solidFill>
                  <a:schemeClr val="tx2"/>
                </a:solidFill>
              </a:defRPr>
            </a:lvl3pPr>
            <a:lvl4pPr marL="1028700" indent="-342900">
              <a:buFont typeface="+mj-lt"/>
              <a:buAutoNum type="arabicPeriod"/>
              <a:defRPr lang="en-US" sz="1400" dirty="0">
                <a:solidFill>
                  <a:schemeClr val="tx2"/>
                </a:solidFill>
              </a:defRPr>
            </a:lvl4pPr>
            <a:lvl5pPr marL="1257300" indent="-342900">
              <a:buFont typeface="+mj-lt"/>
              <a:buAutoNum type="arabicPeriod"/>
              <a:defRPr lang="en-US" sz="1400"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2"/>
                </a:solidFill>
              </a:defRPr>
            </a:lvl1pPr>
          </a:lstStyle>
          <a:p>
            <a:fld id="{AC46AD62-1AB6-4EFB-8DBD-6D00C7B465F9}" type="datetime1">
              <a:rPr lang="en-US" smtClean="0"/>
              <a:t>1/20/26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15" name="Straight Connector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5DD64E6-257D-65B2-D2A7-6A1002E1E580}"/>
              </a:ext>
            </a:extLst>
          </p:cNvPr>
          <p:cNvCxnSpPr>
            <a:cxnSpLocks/>
          </p:cNvCxnSpPr>
          <p:nvPr/>
        </p:nvCxnSpPr>
        <p:spPr>
          <a:xfrm>
            <a:off x="740049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576744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0D0A563-F018-FFF1-B911-D69E42CEEAA5}"/>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1" y="463362"/>
            <a:ext cx="11130279" cy="1162632"/>
          </a:xfrm>
        </p:spPr>
        <p:txBody>
          <a:bodyPr anchor="ctr">
            <a:normAutofit/>
          </a:bodyPr>
          <a:lstStyle>
            <a:lvl1pPr>
              <a:defRPr sz="7200" cap="all" baseline="0">
                <a:solidFill>
                  <a:schemeClr val="accent1"/>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5DA2B1BE-7DDF-C8B4-6A46-21B5A0257D08}"/>
              </a:ext>
            </a:extLst>
          </p:cNvPr>
          <p:cNvSpPr>
            <a:spLocks noGrp="1"/>
          </p:cNvSpPr>
          <p:nvPr>
            <p:ph type="pic" sz="quarter" idx="14" hasCustomPrompt="1"/>
          </p:nvPr>
        </p:nvSpPr>
        <p:spPr>
          <a:xfrm>
            <a:off x="-8364" y="1830708"/>
            <a:ext cx="5321063" cy="4563927"/>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46552" y="2191025"/>
            <a:ext cx="5733156" cy="3894807"/>
          </a:xfrm>
        </p:spPr>
        <p:txBody>
          <a:bodyPr vert="horz" lIns="91440" tIns="45720" rIns="91440" bIns="45720" rtlCol="0">
            <a:normAutofit/>
          </a:bodyPr>
          <a:lstStyle>
            <a:lvl1pPr marL="457200" indent="-457200">
              <a:buFont typeface="+mj-lt"/>
              <a:buAutoNum type="arabicPeriod"/>
              <a:defRPr lang="en-US" sz="2000" dirty="0">
                <a:solidFill>
                  <a:schemeClr val="tx2"/>
                </a:solidFill>
              </a:defRPr>
            </a:lvl1pPr>
            <a:lvl2pPr marL="571500" indent="-342900">
              <a:buFont typeface="+mj-lt"/>
              <a:buAutoNum type="arabicPeriod"/>
              <a:defRPr lang="en-US" sz="1800" dirty="0">
                <a:solidFill>
                  <a:schemeClr val="tx2"/>
                </a:solidFill>
              </a:defRPr>
            </a:lvl2pPr>
            <a:lvl3pPr marL="800100" indent="-342900">
              <a:buFont typeface="+mj-lt"/>
              <a:buAutoNum type="arabicPeriod"/>
              <a:defRPr lang="en-US" sz="1600" dirty="0">
                <a:solidFill>
                  <a:schemeClr val="tx2"/>
                </a:solidFill>
              </a:defRPr>
            </a:lvl3pPr>
            <a:lvl4pPr marL="1028700" indent="-342900">
              <a:buFont typeface="+mj-lt"/>
              <a:buAutoNum type="arabicPeriod"/>
              <a:defRPr lang="en-US" sz="1400" dirty="0">
                <a:solidFill>
                  <a:schemeClr val="tx2"/>
                </a:solidFill>
              </a:defRPr>
            </a:lvl4pPr>
            <a:lvl5pPr marL="1257300" indent="-342900">
              <a:buFont typeface="+mj-lt"/>
              <a:buAutoNum type="arabicPeriod"/>
              <a:defRPr lang="en-US" sz="1400"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2"/>
                </a:solidFill>
              </a:defRPr>
            </a:lvl1pPr>
          </a:lstStyle>
          <a:p>
            <a:fld id="{2B09C6DF-0139-4F07-BF9C-4309D0C9DCA6}" type="datetime1">
              <a:rPr lang="en-US" smtClean="0"/>
              <a:t>1/20/26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11" name="Straight Connector 10">
            <a:extLst>
              <a:ext uri="{FF2B5EF4-FFF2-40B4-BE49-F238E27FC236}">
                <a16:creationId xmlns:a16="http://schemas.microsoft.com/office/drawing/2014/main" id="{F06406B2-3637-5849-867E-A0ADC9D9DDA5}"/>
              </a:ext>
            </a:extLst>
          </p:cNvPr>
          <p:cNvCxnSpPr>
            <a:cxnSpLocks/>
          </p:cNvCxnSpPr>
          <p:nvPr/>
        </p:nvCxnSpPr>
        <p:spPr>
          <a:xfrm flipH="1">
            <a:off x="0" y="1822345"/>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5DD64E6-257D-65B2-D2A7-6A1002E1E580}"/>
              </a:ext>
            </a:extLst>
          </p:cNvPr>
          <p:cNvCxnSpPr>
            <a:cxnSpLocks/>
          </p:cNvCxnSpPr>
          <p:nvPr/>
        </p:nvCxnSpPr>
        <p:spPr>
          <a:xfrm>
            <a:off x="5321065" y="1822345"/>
            <a:ext cx="0" cy="5035655"/>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9607881"/>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2919167" y="860128"/>
            <a:ext cx="6353666" cy="1711083"/>
          </a:xfrm>
        </p:spPr>
        <p:txBody>
          <a:bodyPr anchor="b">
            <a:normAutofit/>
          </a:bodyPr>
          <a:lstStyle>
            <a:lvl1pPr algn="ctr">
              <a:defRPr sz="32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3306618" y="3155112"/>
            <a:ext cx="5578764" cy="2442120"/>
          </a:xfrm>
        </p:spPr>
        <p:txBody>
          <a:bodyPr anchor="t"/>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BF50FAFF-A1AC-4B36-A522-D3A2BD4C7FC3}" type="datetime1">
              <a:rPr lang="en-US" smtClean="0"/>
              <a:t>1/20/26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8" name="Straight Connector 7">
            <a:extLst>
              <a:ext uri="{FF2B5EF4-FFF2-40B4-BE49-F238E27FC236}">
                <a16:creationId xmlns:a16="http://schemas.microsoft.com/office/drawing/2014/main" id="{2682F24D-05C9-B6C7-3A94-C06130BFE9B2}"/>
              </a:ext>
            </a:extLst>
          </p:cNvPr>
          <p:cNvCxnSpPr>
            <a:cxnSpLocks/>
          </p:cNvCxnSpPr>
          <p:nvPr/>
        </p:nvCxnSpPr>
        <p:spPr>
          <a:xfrm flipH="1">
            <a:off x="0" y="278317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29322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3494711" y="845617"/>
            <a:ext cx="5897862" cy="143633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3494711" y="2910484"/>
            <a:ext cx="5897862" cy="30663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4267E660-7124-4C3A-8AAA-B41D80ACF1A9}" type="datetime1">
              <a:rPr lang="en-US" smtClean="0"/>
              <a:t>1/20/26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5" name="Straight Connector 14">
            <a:extLst>
              <a:ext uri="{FF2B5EF4-FFF2-40B4-BE49-F238E27FC236}">
                <a16:creationId xmlns:a16="http://schemas.microsoft.com/office/drawing/2014/main" id="{A1AB0C69-C415-7A7B-376B-69AA51CE6A5E}"/>
              </a:ext>
            </a:extLst>
          </p:cNvPr>
          <p:cNvCxnSpPr>
            <a:cxnSpLocks/>
          </p:cNvCxnSpPr>
          <p:nvPr/>
        </p:nvCxnSpPr>
        <p:spPr>
          <a:xfrm flipH="1">
            <a:off x="0" y="253652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CFDABE4-7855-701A-F892-8CE2C6CE02A5}"/>
              </a:ext>
            </a:extLst>
          </p:cNvPr>
          <p:cNvCxnSpPr>
            <a:cxnSpLocks/>
          </p:cNvCxnSpPr>
          <p:nvPr/>
        </p:nvCxnSpPr>
        <p:spPr>
          <a:xfrm>
            <a:off x="3019559"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8796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721299"/>
            <a:ext cx="3689927" cy="1486906"/>
          </a:xfrm>
        </p:spPr>
        <p:txBody>
          <a:bodyPr anchor="t"/>
          <a:lstStyle>
            <a:lvl1pPr>
              <a:defRPr>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904515" y="2780147"/>
            <a:ext cx="6567049" cy="3359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6F2F4876-ABF6-46E9-AABB-9093F4FF9830}" type="datetime1">
              <a:rPr lang="en-US" smtClean="0"/>
              <a:t>1/20/26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1" name="Straight Connector 10">
            <a:extLst>
              <a:ext uri="{FF2B5EF4-FFF2-40B4-BE49-F238E27FC236}">
                <a16:creationId xmlns:a16="http://schemas.microsoft.com/office/drawing/2014/main" id="{4BF5C1EC-3A2D-2E51-65A6-6155B3776C4A}"/>
              </a:ext>
            </a:extLst>
          </p:cNvPr>
          <p:cNvCxnSpPr>
            <a:cxnSpLocks/>
          </p:cNvCxnSpPr>
          <p:nvPr/>
        </p:nvCxnSpPr>
        <p:spPr>
          <a:xfrm flipH="1">
            <a:off x="0" y="239797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797FEE4-9B7E-CE58-4AA3-EC6E3E1861F3}"/>
              </a:ext>
            </a:extLst>
          </p:cNvPr>
          <p:cNvCxnSpPr>
            <a:cxnSpLocks/>
          </p:cNvCxnSpPr>
          <p:nvPr/>
        </p:nvCxnSpPr>
        <p:spPr>
          <a:xfrm>
            <a:off x="446924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50062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360">
          <p15:clr>
            <a:srgbClr val="FBAE40"/>
          </p15:clr>
        </p15:guide>
        <p15:guide id="4" pos="2928">
          <p15:clr>
            <a:srgbClr val="FBAE40"/>
          </p15:clr>
        </p15:guide>
        <p15:guide id="5" pos="475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1163119"/>
            <a:ext cx="4152377" cy="3434657"/>
          </a:xfrm>
        </p:spPr>
        <p:txBody>
          <a:bodyPr anchor="t"/>
          <a:lstStyle>
            <a:lvl1pPr>
              <a:defRPr>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824602" y="1153691"/>
            <a:ext cx="5496988" cy="4568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64D7CF1F-58DF-43AF-921D-9C5F21D87011}" type="datetime1">
              <a:rPr lang="en-US" smtClean="0"/>
              <a:t>1/20/26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0" name="Straight Connector 9">
            <a:extLst>
              <a:ext uri="{FF2B5EF4-FFF2-40B4-BE49-F238E27FC236}">
                <a16:creationId xmlns:a16="http://schemas.microsoft.com/office/drawing/2014/main" id="{E151E503-5C8D-3CDA-5CC2-A56B4F2A619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BEA2129-EA91-4982-7EB1-1F590E56CA3B}"/>
              </a:ext>
            </a:extLst>
          </p:cNvPr>
          <p:cNvCxnSpPr>
            <a:cxnSpLocks/>
          </p:cNvCxnSpPr>
          <p:nvPr/>
        </p:nvCxnSpPr>
        <p:spPr>
          <a:xfrm>
            <a:off x="532310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55978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720473"/>
            <a:ext cx="3664107" cy="3864052"/>
          </a:xfrm>
        </p:spPr>
        <p:txBody>
          <a:bodyPr anchor="t"/>
          <a:lstStyle>
            <a:lvl1pPr>
              <a:defRPr>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270349" y="720473"/>
            <a:ext cx="6309360" cy="5303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6F9649F7-D424-4C48-9F1A-F9E6A6464624}" type="datetime1">
              <a:rPr lang="en-US" smtClean="0"/>
              <a:t>1/20/26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9" name="Straight Connector 8">
            <a:extLst>
              <a:ext uri="{FF2B5EF4-FFF2-40B4-BE49-F238E27FC236}">
                <a16:creationId xmlns:a16="http://schemas.microsoft.com/office/drawing/2014/main" id="{A6AC6891-86BE-FF41-E94E-AB97BFFB2322}"/>
              </a:ext>
            </a:extLst>
          </p:cNvPr>
          <p:cNvCxnSpPr>
            <a:cxnSpLocks/>
          </p:cNvCxnSpPr>
          <p:nvPr/>
        </p:nvCxnSpPr>
        <p:spPr>
          <a:xfrm>
            <a:off x="464346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51E503-5C8D-3CDA-5CC2-A56B4F2A619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96166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720473"/>
            <a:ext cx="3280573" cy="3864052"/>
          </a:xfrm>
        </p:spPr>
        <p:txBody>
          <a:bodyPr anchor="t"/>
          <a:lstStyle>
            <a:lvl1pPr>
              <a:defRPr>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662388" y="720473"/>
            <a:ext cx="7072408"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280570"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AFF038B1-676A-4930-9A2B-D361CEEB3399}" type="datetime1">
              <a:rPr lang="en-US" smtClean="0"/>
              <a:t>1/20/26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9" name="Straight Connector 8">
            <a:extLst>
              <a:ext uri="{FF2B5EF4-FFF2-40B4-BE49-F238E27FC236}">
                <a16:creationId xmlns:a16="http://schemas.microsoft.com/office/drawing/2014/main" id="{A6AC6891-86BE-FF41-E94E-AB97BFFB2322}"/>
              </a:ext>
            </a:extLst>
          </p:cNvPr>
          <p:cNvCxnSpPr>
            <a:cxnSpLocks/>
          </p:cNvCxnSpPr>
          <p:nvPr/>
        </p:nvCxnSpPr>
        <p:spPr>
          <a:xfrm>
            <a:off x="4140231"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51E503-5C8D-3CDA-5CC2-A56B4F2A619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14441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911995" y="559483"/>
            <a:ext cx="6825541" cy="1009652"/>
          </a:xfrm>
        </p:spPr>
        <p:txBody>
          <a:bodyPr anchor="b"/>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
            <a:ext cx="4421943" cy="6398066"/>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911994" y="2083837"/>
            <a:ext cx="6825545" cy="4032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811448"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A520E1D3-9897-4F62-B20F-820B96903029}" type="datetime1">
              <a:rPr lang="en-US" smtClean="0"/>
              <a:t>1/20/26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423739"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4425535" y="1810995"/>
            <a:ext cx="7750205"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05744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1" y="557784"/>
            <a:ext cx="6781799" cy="1009652"/>
          </a:xfrm>
        </p:spPr>
        <p:txBody>
          <a:bodyPr anchor="b"/>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2084832"/>
            <a:ext cx="6781800" cy="4032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7758244" y="1"/>
            <a:ext cx="4441796" cy="6398066"/>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77910969-82E1-4DC2-8A32-95F8999F3C79}" type="datetime1">
              <a:rPr lang="en-US" smtClean="0"/>
              <a:t>1/20/26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775020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10512"/>
            <a:ext cx="7750205"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45034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472644" y="669386"/>
            <a:ext cx="7231413" cy="1005840"/>
          </a:xfrm>
        </p:spPr>
        <p:txBody>
          <a:bodyPr/>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8994" y="-5468"/>
            <a:ext cx="4011836" cy="6398066"/>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472644" y="1812385"/>
            <a:ext cx="7231407" cy="44238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408011"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AFDCD3FE-7D00-42C8-AAA1-7B40C480DCD1}" type="datetime1">
              <a:rPr lang="en-US" smtClean="0"/>
              <a:t>1/20/26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00921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2851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680728"/>
            <a:ext cx="7281067" cy="100584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1823728"/>
            <a:ext cx="7281061" cy="44238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8195489" y="-6369"/>
            <a:ext cx="3996512" cy="6398066"/>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EBE49B79-F7D7-4EC9-B39C-00EEEABA80A1}" type="datetime1">
              <a:rPr lang="en-US" smtClean="0"/>
              <a:t>1/20/26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818828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26237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5365423" y="678485"/>
            <a:ext cx="6369370" cy="1005840"/>
          </a:xfrm>
        </p:spPr>
        <p:txBody>
          <a:bodyPr/>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8466"/>
            <a:ext cx="4886539" cy="6398066"/>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373890" y="1821484"/>
            <a:ext cx="6360897" cy="42921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0179C259-8124-4DF9-9476-1C574CC8A380}" type="datetime1">
              <a:rPr lang="en-US" smtClean="0"/>
              <a:t>1/20/26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89081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6661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678485"/>
            <a:ext cx="6369370" cy="100584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1821484"/>
            <a:ext cx="6360897" cy="42921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7277100" y="-8466"/>
            <a:ext cx="4914895" cy="6398066"/>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D30DCB73-7DFF-41E9-94AE-03DDC0983D5F}" type="datetime1">
              <a:rPr lang="en-US" smtClean="0"/>
              <a:t>1/20/26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727000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94378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8191500" y="458144"/>
            <a:ext cx="3433926" cy="1681551"/>
          </a:xfrm>
        </p:spPr>
        <p:txBody>
          <a:bodyPr/>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0"/>
            <a:ext cx="7722292" cy="6396281"/>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8191500" y="2276856"/>
            <a:ext cx="3433926" cy="37856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41D76A9E-247B-42FF-94A5-087CF9B29B6E}" type="datetime1">
              <a:rPr lang="en-US" smtClean="0"/>
              <a:t>1/20/26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A67EAFE-BA64-2156-9780-AA400F6F3026}"/>
              </a:ext>
            </a:extLst>
          </p:cNvPr>
          <p:cNvCxnSpPr>
            <a:cxnSpLocks/>
          </p:cNvCxnSpPr>
          <p:nvPr/>
        </p:nvCxnSpPr>
        <p:spPr>
          <a:xfrm>
            <a:off x="772735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89870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458145"/>
            <a:ext cx="4000497" cy="167979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2272880"/>
            <a:ext cx="4000497" cy="37894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4853323" y="0"/>
            <a:ext cx="7338676" cy="6396281"/>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4000500"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216F4089-B0B8-4924-B485-08424C78200C}" type="datetime1">
              <a:rPr lang="en-US" smtClean="0"/>
              <a:t>1/20/26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849331"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23190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7739922" y="458144"/>
            <a:ext cx="3909536" cy="1485873"/>
          </a:xfrm>
        </p:spPr>
        <p:txBody>
          <a:bodyPr/>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0"/>
            <a:ext cx="7268396" cy="6396281"/>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7739922" y="2463789"/>
            <a:ext cx="3909534" cy="35610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4E58CB80-2CED-4065-90C6-0999AD9EE7FC}" type="datetime1">
              <a:rPr lang="en-US" smtClean="0"/>
              <a:t>1/20/26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A67EAFE-BA64-2156-9780-AA400F6F3026}"/>
              </a:ext>
            </a:extLst>
          </p:cNvPr>
          <p:cNvCxnSpPr>
            <a:cxnSpLocks/>
          </p:cNvCxnSpPr>
          <p:nvPr/>
        </p:nvCxnSpPr>
        <p:spPr>
          <a:xfrm>
            <a:off x="727134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54F2342-86AA-3EA4-EB3B-2DB8D68315E6}"/>
              </a:ext>
            </a:extLst>
          </p:cNvPr>
          <p:cNvCxnSpPr>
            <a:cxnSpLocks/>
          </p:cNvCxnSpPr>
          <p:nvPr/>
        </p:nvCxnSpPr>
        <p:spPr>
          <a:xfrm flipH="1">
            <a:off x="7227420" y="2212509"/>
            <a:ext cx="493532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01228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8664673" y="586591"/>
            <a:ext cx="2915036" cy="1600279"/>
          </a:xfrm>
        </p:spPr>
        <p:txBody>
          <a:bodyPr/>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0"/>
            <a:ext cx="8186508" cy="6396281"/>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8664673" y="2714536"/>
            <a:ext cx="2915038" cy="32271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77E374A5-F4AA-48A6-9C78-6905B67B6273}" type="datetime1">
              <a:rPr lang="en-US" smtClean="0"/>
              <a:t>1/20/26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0E6711F-CD71-AB46-003C-BE1DB3B8E841}"/>
              </a:ext>
            </a:extLst>
          </p:cNvPr>
          <p:cNvCxnSpPr>
            <a:cxnSpLocks/>
          </p:cNvCxnSpPr>
          <p:nvPr/>
        </p:nvCxnSpPr>
        <p:spPr>
          <a:xfrm>
            <a:off x="818776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D5807C1-3535-030D-D48C-9F2B70401B10}"/>
              </a:ext>
            </a:extLst>
          </p:cNvPr>
          <p:cNvCxnSpPr>
            <a:cxnSpLocks/>
          </p:cNvCxnSpPr>
          <p:nvPr/>
        </p:nvCxnSpPr>
        <p:spPr>
          <a:xfrm flipH="1">
            <a:off x="8186508" y="2443138"/>
            <a:ext cx="4005492"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36336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5036986"/>
            <a:ext cx="3985579" cy="1397477"/>
          </a:xfrm>
        </p:spPr>
        <p:txBody>
          <a:bodyPr anchor="t"/>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8965"/>
            <a:ext cx="12191999" cy="4767811"/>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203180" y="5054245"/>
            <a:ext cx="6376529" cy="131983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70435D1F-FAB0-4D9D-B7BF-490C90B8E5BE}" type="datetime1">
              <a:rPr lang="en-US" smtClean="0"/>
              <a:t>1/20/26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8" name="Straight Connector 7">
            <a:extLst>
              <a:ext uri="{FF2B5EF4-FFF2-40B4-BE49-F238E27FC236}">
                <a16:creationId xmlns:a16="http://schemas.microsoft.com/office/drawing/2014/main" id="{0493C13E-01BF-7326-0714-59845741BBF3}"/>
              </a:ext>
            </a:extLst>
          </p:cNvPr>
          <p:cNvCxnSpPr>
            <a:cxnSpLocks/>
          </p:cNvCxnSpPr>
          <p:nvPr/>
        </p:nvCxnSpPr>
        <p:spPr>
          <a:xfrm flipH="1">
            <a:off x="0" y="4759186"/>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245A6F-9312-AEBD-1066-A68010EEF5A3}"/>
              </a:ext>
            </a:extLst>
          </p:cNvPr>
          <p:cNvCxnSpPr>
            <a:cxnSpLocks/>
          </p:cNvCxnSpPr>
          <p:nvPr/>
        </p:nvCxnSpPr>
        <p:spPr>
          <a:xfrm>
            <a:off x="4724925" y="4758846"/>
            <a:ext cx="0" cy="2099154"/>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46815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3959530"/>
            <a:ext cx="3512409" cy="2199864"/>
          </a:xfrm>
        </p:spPr>
        <p:txBody>
          <a:bodyPr anchor="t"/>
          <a:lstStyle/>
          <a:p>
            <a:r>
              <a:rPr lang="en-US"/>
              <a:t>Click to edit Master title style</a:t>
            </a:r>
            <a:endParaRPr lang="en-US" dirty="0"/>
          </a:p>
        </p:txBody>
      </p:sp>
      <p:sp>
        <p:nvSpPr>
          <p:cNvPr id="15" name="Picture Placeholder 14">
            <a:extLst>
              <a:ext uri="{FF2B5EF4-FFF2-40B4-BE49-F238E27FC236}">
                <a16:creationId xmlns:a16="http://schemas.microsoft.com/office/drawing/2014/main" id="{3B441162-7125-E1E0-1B82-FCC1AB84227E}"/>
              </a:ext>
            </a:extLst>
          </p:cNvPr>
          <p:cNvSpPr>
            <a:spLocks noGrp="1"/>
          </p:cNvSpPr>
          <p:nvPr>
            <p:ph type="pic" sz="quarter" idx="13" hasCustomPrompt="1"/>
          </p:nvPr>
        </p:nvSpPr>
        <p:spPr>
          <a:xfrm>
            <a:off x="-857" y="-1"/>
            <a:ext cx="12192000" cy="3648977"/>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723613" y="3959529"/>
            <a:ext cx="7011183" cy="23695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1" y="6445997"/>
            <a:ext cx="3543299"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F3C6F935-567A-4AB6-A4C6-B3A3054E8F97}" type="datetime1">
              <a:rPr lang="en-US" smtClean="0"/>
              <a:t>1/20/26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8" name="Straight Connector 7">
            <a:extLst>
              <a:ext uri="{FF2B5EF4-FFF2-40B4-BE49-F238E27FC236}">
                <a16:creationId xmlns:a16="http://schemas.microsoft.com/office/drawing/2014/main" id="{2FF81FBD-8D67-B5E4-E22E-74E98EF89F80}"/>
              </a:ext>
            </a:extLst>
          </p:cNvPr>
          <p:cNvCxnSpPr>
            <a:cxnSpLocks/>
          </p:cNvCxnSpPr>
          <p:nvPr/>
        </p:nvCxnSpPr>
        <p:spPr>
          <a:xfrm>
            <a:off x="4290210" y="3648976"/>
            <a:ext cx="0" cy="3209024"/>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8892870-1B48-2935-21E8-3BC6F474C661}"/>
              </a:ext>
            </a:extLst>
          </p:cNvPr>
          <p:cNvCxnSpPr>
            <a:cxnSpLocks/>
          </p:cNvCxnSpPr>
          <p:nvPr/>
        </p:nvCxnSpPr>
        <p:spPr>
          <a:xfrm flipH="1">
            <a:off x="-857" y="3654706"/>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31419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451413"/>
            <a:ext cx="3511296" cy="1645744"/>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727448" y="451414"/>
            <a:ext cx="7013448" cy="22151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1" y="2746159"/>
            <a:ext cx="3543299"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a:xfrm>
            <a:off x="9737594" y="2746159"/>
            <a:ext cx="1842115" cy="365125"/>
          </a:xfrm>
        </p:spPr>
        <p:txBody>
          <a:bodyPr/>
          <a:lstStyle/>
          <a:p>
            <a:fld id="{BF100A10-24AF-407C-B97C-359EEB8D1EF0}" type="datetime1">
              <a:rPr lang="en-US" smtClean="0"/>
              <a:t>1/20/26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a:xfrm>
            <a:off x="11734800" y="2746159"/>
            <a:ext cx="457200" cy="365125"/>
          </a:xfrm>
        </p:spPr>
        <p:txBody>
          <a:bodyPr/>
          <a:lstStyle/>
          <a:p>
            <a:fld id="{DDF60B60-82CA-4BB9-BA6E-A62FADF2374B}" type="slidenum">
              <a:rPr lang="en-US" smtClean="0"/>
              <a:t>‹#›</a:t>
            </a:fld>
            <a:endParaRPr lang="en-US" dirty="0"/>
          </a:p>
        </p:txBody>
      </p:sp>
      <p:sp>
        <p:nvSpPr>
          <p:cNvPr id="15" name="Picture Placeholder 14">
            <a:extLst>
              <a:ext uri="{FF2B5EF4-FFF2-40B4-BE49-F238E27FC236}">
                <a16:creationId xmlns:a16="http://schemas.microsoft.com/office/drawing/2014/main" id="{3B441162-7125-E1E0-1B82-FCC1AB84227E}"/>
              </a:ext>
            </a:extLst>
          </p:cNvPr>
          <p:cNvSpPr>
            <a:spLocks noGrp="1"/>
          </p:cNvSpPr>
          <p:nvPr>
            <p:ph type="pic" sz="quarter" idx="13" hasCustomPrompt="1"/>
          </p:nvPr>
        </p:nvSpPr>
        <p:spPr>
          <a:xfrm>
            <a:off x="0" y="3182112"/>
            <a:ext cx="12191143" cy="3675888"/>
          </a:xfrm>
          <a:blipFill dpi="0" rotWithShape="1">
            <a:blip r:embed="rId2">
              <a:alphaModFix amt="80000"/>
            </a:blip>
            <a:srcRect/>
            <a:stretch>
              <a:fillRect/>
            </a:stretch>
          </a:blipFill>
        </p:spPr>
        <p:txBody>
          <a:bodyPr/>
          <a:lstStyle>
            <a:lvl1pPr marL="0" indent="0">
              <a:buNone/>
              <a:defRPr/>
            </a:lvl1pPr>
          </a:lstStyle>
          <a:p>
            <a:r>
              <a:rPr lang="en-US" dirty="0"/>
              <a:t> </a:t>
            </a:r>
          </a:p>
        </p:txBody>
      </p:sp>
      <p:cxnSp>
        <p:nvCxnSpPr>
          <p:cNvPr id="7" name="Straight Connector 6">
            <a:extLst>
              <a:ext uri="{FF2B5EF4-FFF2-40B4-BE49-F238E27FC236}">
                <a16:creationId xmlns:a16="http://schemas.microsoft.com/office/drawing/2014/main" id="{78892870-1B48-2935-21E8-3BC6F474C661}"/>
              </a:ext>
            </a:extLst>
          </p:cNvPr>
          <p:cNvCxnSpPr>
            <a:cxnSpLocks/>
          </p:cNvCxnSpPr>
          <p:nvPr/>
        </p:nvCxnSpPr>
        <p:spPr>
          <a:xfrm flipH="1">
            <a:off x="-857" y="3174990"/>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2E0C665-CD78-E346-994A-0AC535ACCC98}"/>
              </a:ext>
            </a:extLst>
          </p:cNvPr>
          <p:cNvCxnSpPr>
            <a:cxnSpLocks/>
          </p:cNvCxnSpPr>
          <p:nvPr/>
        </p:nvCxnSpPr>
        <p:spPr>
          <a:xfrm>
            <a:off x="4288536" y="0"/>
            <a:ext cx="0" cy="3182112"/>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04021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681037"/>
            <a:ext cx="11277596" cy="1009652"/>
          </a:xfrm>
        </p:spPr>
        <p:txBody>
          <a:bodyPr anchor="ct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1" y="2098467"/>
            <a:ext cx="4415882" cy="40784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5332581" y="1829880"/>
            <a:ext cx="6863265" cy="4566088"/>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78ED1D8B-0329-44CA-97BE-DA70811A8630}" type="datetime1">
              <a:rPr lang="en-US" smtClean="0"/>
              <a:t>1/20/26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5326714" y="1825625"/>
            <a:ext cx="0" cy="5032375"/>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25625"/>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39AB141-EFC4-A843-71E7-C52C8709BA26}"/>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9368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681037"/>
            <a:ext cx="11277595" cy="1009652"/>
          </a:xfrm>
        </p:spPr>
        <p:txBody>
          <a:bodyPr anchor="ct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2098467"/>
            <a:ext cx="6802582" cy="4032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7756147" y="1829880"/>
            <a:ext cx="4441796" cy="4566088"/>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98621EB5-723F-4AD6-AEC4-D406AB116579}" type="datetime1">
              <a:rPr lang="en-US" smtClean="0"/>
              <a:t>1/20/26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7750205" y="1825625"/>
            <a:ext cx="0" cy="5032375"/>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25625"/>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39AB141-EFC4-A843-71E7-C52C8709BA26}"/>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78163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377072"/>
            <a:ext cx="4958078" cy="1225485"/>
          </a:xfrm>
        </p:spPr>
        <p:txBody>
          <a:bodyPr anchor="t"/>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842182"/>
            <a:ext cx="5758172" cy="4546457"/>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6176142" y="377072"/>
            <a:ext cx="5558655" cy="57974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EA0A916D-ECC1-407F-9384-347E5A5D7944}" type="datetime1">
              <a:rPr lang="en-US" smtClean="0"/>
              <a:t>1/20/26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57362BC-3CD1-D6F5-CB9B-B2AAD7EAD176}"/>
              </a:ext>
            </a:extLst>
          </p:cNvPr>
          <p:cNvCxnSpPr>
            <a:cxnSpLocks/>
          </p:cNvCxnSpPr>
          <p:nvPr/>
        </p:nvCxnSpPr>
        <p:spPr>
          <a:xfrm>
            <a:off x="575817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42182"/>
            <a:ext cx="5758174"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95954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377072"/>
            <a:ext cx="4000500" cy="1225485"/>
          </a:xfrm>
        </p:spPr>
        <p:txBody>
          <a:bodyPr anchor="t"/>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847087"/>
            <a:ext cx="4922517" cy="4544568"/>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438534" y="377072"/>
            <a:ext cx="6141175" cy="57974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67B79CB6-58B7-4AEB-BE2A-306450DBAD2A}" type="datetime1">
              <a:rPr lang="en-US" smtClean="0"/>
              <a:t>1/20/26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49497"/>
            <a:ext cx="4648195"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57362BC-3CD1-D6F5-CB9B-B2AAD7EAD176}"/>
              </a:ext>
            </a:extLst>
          </p:cNvPr>
          <p:cNvCxnSpPr>
            <a:cxnSpLocks/>
          </p:cNvCxnSpPr>
          <p:nvPr/>
        </p:nvCxnSpPr>
        <p:spPr>
          <a:xfrm>
            <a:off x="4922519"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01357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1" y="4407360"/>
            <a:ext cx="3543299" cy="1732820"/>
          </a:xfrm>
        </p:spPr>
        <p:txBody>
          <a:bodyPr anchor="t"/>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1" y="466598"/>
            <a:ext cx="4460008" cy="3601433"/>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892635" y="788704"/>
            <a:ext cx="6730614" cy="5385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543300"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AD924D50-69B4-493C-AABF-53036A8D79F6}" type="datetime1">
              <a:rPr lang="en-US" smtClean="0"/>
              <a:t>1/20/26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4068031"/>
            <a:ext cx="4460008"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57362BC-3CD1-D6F5-CB9B-B2AAD7EAD176}"/>
              </a:ext>
            </a:extLst>
          </p:cNvPr>
          <p:cNvCxnSpPr>
            <a:cxnSpLocks/>
          </p:cNvCxnSpPr>
          <p:nvPr/>
        </p:nvCxnSpPr>
        <p:spPr>
          <a:xfrm>
            <a:off x="446000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40D58D1-F636-9620-582E-41FBB707092B}"/>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38966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91F6A87-CC7B-D4BD-1F6A-C3948971C39D}"/>
              </a:ext>
            </a:extLst>
          </p:cNvPr>
          <p:cNvSpPr/>
          <p:nvPr/>
        </p:nvSpPr>
        <p:spPr>
          <a:xfrm>
            <a:off x="0" y="0"/>
            <a:ext cx="12192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1188720" y="5264780"/>
            <a:ext cx="9811512" cy="1097280"/>
          </a:xfrm>
        </p:spPr>
        <p:txBody>
          <a:bodyPr vert="horz" lIns="91440" tIns="45720" rIns="91440" bIns="45720" rtlCol="0" anchor="ctr">
            <a:normAutofit/>
          </a:bodyPr>
          <a:lstStyle>
            <a:lvl1pPr algn="ctr">
              <a:lnSpc>
                <a:spcPct val="110000"/>
              </a:lnSpc>
              <a:defRPr lang="en-US" sz="2800" cap="all" spc="100" baseline="0" dirty="0">
                <a:solidFill>
                  <a:schemeClr val="tx2">
                    <a:lumMod val="90000"/>
                  </a:schemeClr>
                </a:solidFill>
                <a:latin typeface="+mn-lt"/>
              </a:defRPr>
            </a:lvl1pPr>
          </a:lstStyle>
          <a:p>
            <a:pPr lvl="0"/>
            <a:r>
              <a:rPr lang="en-US" dirty="0"/>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493776" y="676656"/>
            <a:ext cx="11201400" cy="4206240"/>
          </a:xfrm>
        </p:spPr>
        <p:txBody>
          <a:bodyPr vert="horz" lIns="91440" tIns="45720" rIns="91440" bIns="45720" rtlCol="0" anchor="b">
            <a:normAutofit/>
          </a:bodyPr>
          <a:lstStyle>
            <a:lvl1pPr marL="0" indent="0" algn="ctr">
              <a:lnSpc>
                <a:spcPct val="90000"/>
              </a:lnSpc>
              <a:spcBef>
                <a:spcPts val="0"/>
              </a:spcBef>
              <a:buNone/>
              <a:defRPr lang="en-US" sz="27800" dirty="0">
                <a:solidFill>
                  <a:schemeClr val="tx2">
                    <a:lumMod val="90000"/>
                  </a:schemeClr>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4AC8F0CD-CD54-4D81-AA2E-F53EC757E087}" type="datetime1">
              <a:rPr lang="en-US" smtClean="0"/>
              <a:t>1/20/26</a:t>
            </a:fld>
            <a:endParaRPr lang="en-US" dirty="0"/>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10" name="Straight Connector 9">
            <a:extLst>
              <a:ext uri="{FF2B5EF4-FFF2-40B4-BE49-F238E27FC236}">
                <a16:creationId xmlns:a16="http://schemas.microsoft.com/office/drawing/2014/main" id="{85ADE133-B5D6-A1C0-6BC9-C723D008EC0E}"/>
              </a:ext>
            </a:extLst>
          </p:cNvPr>
          <p:cNvCxnSpPr>
            <a:cxnSpLocks/>
          </p:cNvCxnSpPr>
          <p:nvPr/>
        </p:nvCxnSpPr>
        <p:spPr>
          <a:xfrm flipH="1">
            <a:off x="0" y="501866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8389604"/>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F9816A-24DB-A6D2-3F39-E78DC5E1C26D}"/>
              </a:ext>
            </a:extLst>
          </p:cNvPr>
          <p:cNvSpPr/>
          <p:nvPr/>
        </p:nvSpPr>
        <p:spPr>
          <a:xfrm>
            <a:off x="0" y="0"/>
            <a:ext cx="12192000" cy="6858000"/>
          </a:xfrm>
          <a:prstGeom prst="rect">
            <a:avLst/>
          </a:prstGeom>
          <a:solidFill>
            <a:schemeClr val="accent2">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806196" y="5248656"/>
            <a:ext cx="10579608" cy="896112"/>
          </a:xfrm>
        </p:spPr>
        <p:txBody>
          <a:bodyPr vert="horz" lIns="91440" tIns="45720" rIns="91440" bIns="45720" rtlCol="0" anchor="ctr">
            <a:normAutofit/>
          </a:bodyPr>
          <a:lstStyle>
            <a:lvl1pPr algn="ctr">
              <a:lnSpc>
                <a:spcPct val="110000"/>
              </a:lnSpc>
              <a:defRPr lang="en-US" sz="2400" cap="all" spc="200" baseline="0" dirty="0">
                <a:solidFill>
                  <a:schemeClr val="accent4">
                    <a:lumMod val="75000"/>
                  </a:schemeClr>
                </a:solidFill>
                <a:latin typeface="+mn-lt"/>
              </a:defRPr>
            </a:lvl1pPr>
          </a:lstStyle>
          <a:p>
            <a:pPr lvl="0"/>
            <a:r>
              <a:rPr lang="en-US" dirty="0"/>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495300" y="603504"/>
            <a:ext cx="11201400" cy="4206240"/>
          </a:xfrm>
        </p:spPr>
        <p:txBody>
          <a:bodyPr vert="horz" lIns="91440" tIns="45720" rIns="91440" bIns="45720" rtlCol="0" anchor="b">
            <a:normAutofit/>
          </a:bodyPr>
          <a:lstStyle>
            <a:lvl1pPr marL="0" indent="0" algn="ctr">
              <a:lnSpc>
                <a:spcPct val="90000"/>
              </a:lnSpc>
              <a:spcBef>
                <a:spcPts val="0"/>
              </a:spcBef>
              <a:buNone/>
              <a:defRPr lang="en-US" sz="27800" dirty="0">
                <a:solidFill>
                  <a:schemeClr val="accent4">
                    <a:lumMod val="75000"/>
                  </a:schemeClr>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357BF1D3-2990-4429-A9CB-0765BDF1B23D}" type="datetime1">
              <a:rPr lang="en-US" smtClean="0"/>
              <a:t>1/20/26</a:t>
            </a:fld>
            <a:endParaRPr lang="en-US" dirty="0"/>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6" name="Straight Connector 5">
            <a:extLst>
              <a:ext uri="{FF2B5EF4-FFF2-40B4-BE49-F238E27FC236}">
                <a16:creationId xmlns:a16="http://schemas.microsoft.com/office/drawing/2014/main" id="{64C657CA-BC15-CFB3-68A2-CD405FBC42E3}"/>
              </a:ext>
            </a:extLst>
          </p:cNvPr>
          <p:cNvCxnSpPr>
            <a:cxnSpLocks/>
          </p:cNvCxnSpPr>
          <p:nvPr/>
        </p:nvCxnSpPr>
        <p:spPr>
          <a:xfrm flipH="1">
            <a:off x="0" y="5018669"/>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2258A7C-B0B2-E98B-CC50-E513F3F96778}"/>
              </a:ext>
            </a:extLst>
          </p:cNvPr>
          <p:cNvCxnSpPr>
            <a:cxnSpLocks/>
          </p:cNvCxnSpPr>
          <p:nvPr/>
        </p:nvCxnSpPr>
        <p:spPr>
          <a:xfrm flipH="1">
            <a:off x="0" y="639617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9390628"/>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FDE1DC1-9689-2EE3-E7BA-1B5865E69925}"/>
              </a:ext>
            </a:extLst>
          </p:cNvPr>
          <p:cNvSpPr/>
          <p:nvPr/>
        </p:nvSpPr>
        <p:spPr>
          <a:xfrm>
            <a:off x="0" y="0"/>
            <a:ext cx="12192000" cy="6858000"/>
          </a:xfrm>
          <a:prstGeom prst="rect">
            <a:avLst/>
          </a:prstGeom>
          <a:solidFill>
            <a:schemeClr val="accent2">
              <a:lumMod val="60000"/>
              <a:lumOff val="40000"/>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1718209" y="5095152"/>
            <a:ext cx="8755582" cy="1397088"/>
          </a:xfrm>
        </p:spPr>
        <p:txBody>
          <a:bodyPr vert="horz" lIns="91440" tIns="45720" rIns="91440" bIns="45720" rtlCol="0" anchor="ctr">
            <a:normAutofit/>
          </a:bodyPr>
          <a:lstStyle>
            <a:lvl1pPr algn="ctr">
              <a:lnSpc>
                <a:spcPct val="120000"/>
              </a:lnSpc>
              <a:defRPr lang="en-US" sz="2600" cap="all" spc="100" baseline="0" dirty="0">
                <a:solidFill>
                  <a:schemeClr val="accent4"/>
                </a:solidFill>
                <a:latin typeface="+mn-lt"/>
              </a:defRPr>
            </a:lvl1pPr>
          </a:lstStyle>
          <a:p>
            <a:pPr lvl="0"/>
            <a:r>
              <a:rPr lang="en-US" dirty="0"/>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915924" y="604476"/>
            <a:ext cx="10360152" cy="3886200"/>
          </a:xfrm>
        </p:spPr>
        <p:txBody>
          <a:bodyPr vert="horz" lIns="91440" tIns="45720" rIns="91440" bIns="45720" rtlCol="0" anchor="b">
            <a:normAutofit/>
          </a:bodyPr>
          <a:lstStyle>
            <a:lvl1pPr marL="0" indent="0" algn="ctr">
              <a:lnSpc>
                <a:spcPct val="90000"/>
              </a:lnSpc>
              <a:spcBef>
                <a:spcPts val="0"/>
              </a:spcBef>
              <a:buNone/>
              <a:defRPr lang="en-US" sz="26000" dirty="0">
                <a:solidFill>
                  <a:schemeClr val="accent4"/>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BE99BABC-AD7D-4A6D-A89B-3BB2921A5531}" type="datetime1">
              <a:rPr lang="en-US" smtClean="0"/>
              <a:t>1/20/26</a:t>
            </a:fld>
            <a:endParaRPr lang="en-US" dirty="0"/>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9" name="Straight Connector 8">
            <a:extLst>
              <a:ext uri="{FF2B5EF4-FFF2-40B4-BE49-F238E27FC236}">
                <a16:creationId xmlns:a16="http://schemas.microsoft.com/office/drawing/2014/main" id="{C4E840B4-4A86-E59D-DE37-6D68E8998743}"/>
              </a:ext>
            </a:extLst>
          </p:cNvPr>
          <p:cNvCxnSpPr>
            <a:cxnSpLocks/>
          </p:cNvCxnSpPr>
          <p:nvPr/>
        </p:nvCxnSpPr>
        <p:spPr>
          <a:xfrm flipH="1">
            <a:off x="0" y="4800185"/>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74C1874-713F-9C70-0910-15468C71D94B}"/>
              </a:ext>
            </a:extLst>
          </p:cNvPr>
          <p:cNvCxnSpPr>
            <a:cxnSpLocks/>
          </p:cNvCxnSpPr>
          <p:nvPr/>
        </p:nvCxnSpPr>
        <p:spPr>
          <a:xfrm>
            <a:off x="4572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FE3C4BC-AB49-4B2D-6D76-2DB06F19B146}"/>
              </a:ext>
            </a:extLst>
          </p:cNvPr>
          <p:cNvCxnSpPr>
            <a:cxnSpLocks/>
          </p:cNvCxnSpPr>
          <p:nvPr/>
        </p:nvCxnSpPr>
        <p:spPr>
          <a:xfrm>
            <a:off x="117348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2190486"/>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umber Large 4">
    <p:bg>
      <p:bgRef idx="1001">
        <a:schemeClr val="bg2"/>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F5F8892-F2ED-BFCA-E7AB-85D6D27E4996}"/>
              </a:ext>
            </a:extLst>
          </p:cNvPr>
          <p:cNvSpPr/>
          <p:nvPr/>
        </p:nvSpPr>
        <p:spPr>
          <a:xfrm>
            <a:off x="0" y="0"/>
            <a:ext cx="12192000" cy="6858000"/>
          </a:xfrm>
          <a:prstGeom prst="rect">
            <a:avLst/>
          </a:prstGeom>
          <a:solidFill>
            <a:schemeClr val="accent2">
              <a:lumMod val="60000"/>
              <a:lumOff val="40000"/>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57200" y="4809744"/>
            <a:ext cx="10817352" cy="1325880"/>
          </a:xfrm>
        </p:spPr>
        <p:txBody>
          <a:bodyPr vert="horz" lIns="91440" tIns="45720" rIns="91440" bIns="45720" rtlCol="0" anchor="ctr">
            <a:normAutofit/>
          </a:bodyPr>
          <a:lstStyle>
            <a:lvl1pPr>
              <a:lnSpc>
                <a:spcPct val="120000"/>
              </a:lnSpc>
              <a:defRPr lang="en-US" sz="2400" cap="all" spc="200" baseline="0" dirty="0">
                <a:solidFill>
                  <a:schemeClr val="tx2">
                    <a:alpha val="90000"/>
                  </a:schemeClr>
                </a:solidFill>
                <a:latin typeface="+mn-lt"/>
              </a:defRPr>
            </a:lvl1pPr>
          </a:lstStyle>
          <a:p>
            <a:pPr lvl="0"/>
            <a:r>
              <a:rPr lang="en-US" dirty="0"/>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457200" y="603504"/>
            <a:ext cx="10817352" cy="3886200"/>
          </a:xfrm>
        </p:spPr>
        <p:txBody>
          <a:bodyPr vert="horz" lIns="91440" tIns="45720" rIns="91440" bIns="45720" rtlCol="0" anchor="b">
            <a:normAutofit/>
          </a:bodyPr>
          <a:lstStyle>
            <a:lvl1pPr marL="0" indent="0">
              <a:lnSpc>
                <a:spcPct val="90000"/>
              </a:lnSpc>
              <a:buNone/>
              <a:defRPr lang="en-US" sz="26000" dirty="0">
                <a:solidFill>
                  <a:schemeClr val="accent4"/>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651FE32A-A87D-4DC3-874C-FBD040896932}" type="datetime1">
              <a:rPr lang="en-US" smtClean="0"/>
              <a:t>1/20/26</a:t>
            </a:fld>
            <a:endParaRPr lang="en-US" dirty="0"/>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6" name="Straight Connector 5">
            <a:extLst>
              <a:ext uri="{FF2B5EF4-FFF2-40B4-BE49-F238E27FC236}">
                <a16:creationId xmlns:a16="http://schemas.microsoft.com/office/drawing/2014/main" id="{FBC03FAC-E732-2A29-931B-DF10E16576A9}"/>
              </a:ext>
            </a:extLst>
          </p:cNvPr>
          <p:cNvCxnSpPr>
            <a:cxnSpLocks/>
          </p:cNvCxnSpPr>
          <p:nvPr/>
        </p:nvCxnSpPr>
        <p:spPr>
          <a:xfrm flipH="1">
            <a:off x="0" y="4567063"/>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2EAA9EA-F053-9082-1866-9E27466BAA2B}"/>
              </a:ext>
            </a:extLst>
          </p:cNvPr>
          <p:cNvCxnSpPr>
            <a:cxnSpLocks/>
          </p:cNvCxnSpPr>
          <p:nvPr/>
        </p:nvCxnSpPr>
        <p:spPr>
          <a:xfrm flipH="1">
            <a:off x="0" y="639617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4634D08-FFFD-5C50-9C95-E26621C9F10B}"/>
              </a:ext>
            </a:extLst>
          </p:cNvPr>
          <p:cNvCxnSpPr>
            <a:cxnSpLocks/>
          </p:cNvCxnSpPr>
          <p:nvPr/>
        </p:nvCxnSpPr>
        <p:spPr>
          <a:xfrm>
            <a:off x="117348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991171"/>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FB4D75-C478-D736-9A5A-B64DEA241030}"/>
              </a:ext>
            </a:extLst>
          </p:cNvPr>
          <p:cNvSpPr/>
          <p:nvPr/>
        </p:nvSpPr>
        <p:spPr>
          <a:xfrm>
            <a:off x="0" y="0"/>
            <a:ext cx="12192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93103" y="1493520"/>
            <a:ext cx="8805794" cy="3911600"/>
          </a:xfrm>
        </p:spPr>
        <p:txBody>
          <a:bodyPr anchor="ctr">
            <a:normAutofit/>
          </a:bodyPr>
          <a:lstStyle>
            <a:lvl1pPr marL="0" indent="0" algn="ctr">
              <a:lnSpc>
                <a:spcPct val="110000"/>
              </a:lnSpc>
              <a:buNone/>
              <a:defRPr sz="5400" b="0">
                <a:solidFill>
                  <a:schemeClr val="tx2"/>
                </a:solidFill>
                <a:latin typeface="+mj-lt"/>
              </a:defRPr>
            </a:lvl1pPr>
            <a:lvl2pPr marL="228600" indent="0" algn="ctr">
              <a:lnSpc>
                <a:spcPct val="110000"/>
              </a:lnSpc>
              <a:buNone/>
              <a:defRPr sz="4800" b="0">
                <a:solidFill>
                  <a:schemeClr val="tx2"/>
                </a:solidFill>
                <a:latin typeface="+mj-lt"/>
              </a:defRPr>
            </a:lvl2pPr>
            <a:lvl3pPr marL="457200" indent="0" algn="ctr">
              <a:lnSpc>
                <a:spcPct val="110000"/>
              </a:lnSpc>
              <a:buNone/>
              <a:defRPr sz="4400" b="0">
                <a:solidFill>
                  <a:schemeClr val="tx2"/>
                </a:solidFill>
                <a:latin typeface="+mj-lt"/>
              </a:defRPr>
            </a:lvl3pPr>
            <a:lvl4pPr marL="685800" indent="0" algn="ctr">
              <a:lnSpc>
                <a:spcPct val="110000"/>
              </a:lnSpc>
              <a:buNone/>
              <a:defRPr sz="4000" b="0">
                <a:solidFill>
                  <a:schemeClr val="tx2"/>
                </a:solidFill>
                <a:latin typeface="+mj-lt"/>
              </a:defRPr>
            </a:lvl4pPr>
            <a:lvl5pPr marL="914400" indent="0" algn="ctr">
              <a:lnSpc>
                <a:spcPct val="110000"/>
              </a:lnSpc>
              <a:buNone/>
              <a:defRPr sz="3600" b="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E036278C-3666-418F-8843-DFD38DB3098D}" type="datetime1">
              <a:rPr lang="en-US" smtClean="0"/>
              <a:t>1/20/26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9" name="Straight Connector 8">
            <a:extLst>
              <a:ext uri="{FF2B5EF4-FFF2-40B4-BE49-F238E27FC236}">
                <a16:creationId xmlns:a16="http://schemas.microsoft.com/office/drawing/2014/main" id="{6C547212-589F-3A5C-2FF7-4E576B86E3A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40E2472-A2D0-B3C4-1592-E709B2EC9AD6}"/>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F95E0B8-C6C3-8095-D53F-FB618E39D7CE}"/>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AD2DF78-237E-1E21-906C-273460F55F55}"/>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6498314"/>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Statement 2">
    <p:bg>
      <p:bgRef idx="1001">
        <a:schemeClr val="bg2"/>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EFC0D0B-DA30-766C-173E-0170DEC1DFE7}"/>
              </a:ext>
            </a:extLst>
          </p:cNvPr>
          <p:cNvSpPr/>
          <p:nvPr/>
        </p:nvSpPr>
        <p:spPr>
          <a:xfrm>
            <a:off x="0" y="0"/>
            <a:ext cx="12192000" cy="685800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50676" y="1069677"/>
            <a:ext cx="9290649" cy="4744528"/>
          </a:xfrm>
        </p:spPr>
        <p:txBody>
          <a:bodyPr anchor="ctr">
            <a:normAutofit/>
          </a:bodyPr>
          <a:lstStyle>
            <a:lvl1pPr marL="0" indent="0" algn="ctr">
              <a:lnSpc>
                <a:spcPct val="120000"/>
              </a:lnSpc>
              <a:buNone/>
              <a:defRPr sz="4000" b="0" cap="all" spc="260" baseline="0">
                <a:solidFill>
                  <a:schemeClr val="tx2"/>
                </a:solidFill>
              </a:defRPr>
            </a:lvl1pPr>
            <a:lvl2pPr marL="228600" indent="0" algn="ctr">
              <a:lnSpc>
                <a:spcPct val="120000"/>
              </a:lnSpc>
              <a:buNone/>
              <a:defRPr sz="4000" b="0" cap="all" spc="260" baseline="0">
                <a:solidFill>
                  <a:schemeClr val="tx2"/>
                </a:solidFill>
              </a:defRPr>
            </a:lvl2pPr>
            <a:lvl3pPr marL="457200" indent="0" algn="ctr">
              <a:lnSpc>
                <a:spcPct val="120000"/>
              </a:lnSpc>
              <a:buNone/>
              <a:defRPr sz="4000" b="0" cap="all" spc="260" baseline="0">
                <a:solidFill>
                  <a:schemeClr val="tx2"/>
                </a:solidFill>
              </a:defRPr>
            </a:lvl3pPr>
            <a:lvl4pPr marL="685800" indent="0" algn="ctr">
              <a:lnSpc>
                <a:spcPct val="120000"/>
              </a:lnSpc>
              <a:buNone/>
              <a:defRPr sz="4000" b="0" cap="all" spc="260" baseline="0">
                <a:solidFill>
                  <a:schemeClr val="tx2"/>
                </a:solidFill>
              </a:defRPr>
            </a:lvl4pPr>
            <a:lvl5pPr marL="914400" indent="0" algn="ctr">
              <a:lnSpc>
                <a:spcPct val="120000"/>
              </a:lnSpc>
              <a:buNone/>
              <a:defRPr sz="4000" b="0" cap="all" spc="260" baseline="0">
                <a:solidFill>
                  <a:schemeClr val="tx2"/>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4E50C56A-CD5D-4BFA-97E5-381E40BD37FE}" type="datetime1">
              <a:rPr lang="en-US" smtClean="0"/>
              <a:t>1/20/26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6" name="Straight Connector 5">
            <a:extLst>
              <a:ext uri="{FF2B5EF4-FFF2-40B4-BE49-F238E27FC236}">
                <a16:creationId xmlns:a16="http://schemas.microsoft.com/office/drawing/2014/main" id="{6D749579-0FDB-004C-88C7-AEAFA967138F}"/>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236D2D7-1E6C-18EB-97E2-3C716E213514}"/>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C134195-89D3-0A49-21C0-FCE233C5FA6B}"/>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A06AC78-B01D-B856-062B-5BDFA424140A}"/>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958208"/>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4B8B42-1FAE-0461-C13E-F2663EC89061}"/>
              </a:ext>
            </a:extLst>
          </p:cNvPr>
          <p:cNvSpPr/>
          <p:nvPr/>
        </p:nvSpPr>
        <p:spPr>
          <a:xfrm>
            <a:off x="0" y="0"/>
            <a:ext cx="12192000" cy="6858000"/>
          </a:xfrm>
          <a:prstGeom prst="rect">
            <a:avLst/>
          </a:prstGeom>
          <a:solidFill>
            <a:schemeClr val="accent5">
              <a:lumMod val="40000"/>
              <a:lumOff val="60000"/>
              <a:alpha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93103" y="1493520"/>
            <a:ext cx="8805794" cy="3911600"/>
          </a:xfrm>
        </p:spPr>
        <p:txBody>
          <a:bodyPr anchor="ctr">
            <a:normAutofit/>
          </a:bodyPr>
          <a:lstStyle>
            <a:lvl1pPr marL="0" indent="0" algn="ctr">
              <a:lnSpc>
                <a:spcPct val="110000"/>
              </a:lnSpc>
              <a:buNone/>
              <a:defRPr sz="5400" b="0">
                <a:solidFill>
                  <a:schemeClr val="tx2">
                    <a:alpha val="90000"/>
                  </a:schemeClr>
                </a:solidFill>
                <a:latin typeface="+mj-lt"/>
              </a:defRPr>
            </a:lvl1pPr>
            <a:lvl2pPr marL="228600" indent="0" algn="ctr">
              <a:lnSpc>
                <a:spcPct val="110000"/>
              </a:lnSpc>
              <a:buNone/>
              <a:defRPr sz="4800" b="0">
                <a:solidFill>
                  <a:schemeClr val="tx2">
                    <a:alpha val="90000"/>
                  </a:schemeClr>
                </a:solidFill>
                <a:latin typeface="+mj-lt"/>
              </a:defRPr>
            </a:lvl2pPr>
            <a:lvl3pPr marL="457200" indent="0" algn="ctr">
              <a:lnSpc>
                <a:spcPct val="110000"/>
              </a:lnSpc>
              <a:buNone/>
              <a:defRPr sz="4400" b="0">
                <a:solidFill>
                  <a:schemeClr val="tx2">
                    <a:alpha val="90000"/>
                  </a:schemeClr>
                </a:solidFill>
                <a:latin typeface="+mj-lt"/>
              </a:defRPr>
            </a:lvl3pPr>
            <a:lvl4pPr marL="685800" indent="0" algn="ctr">
              <a:lnSpc>
                <a:spcPct val="110000"/>
              </a:lnSpc>
              <a:buNone/>
              <a:defRPr sz="4000" b="0">
                <a:solidFill>
                  <a:schemeClr val="tx2">
                    <a:alpha val="90000"/>
                  </a:schemeClr>
                </a:solidFill>
                <a:latin typeface="+mj-lt"/>
              </a:defRPr>
            </a:lvl4pPr>
            <a:lvl5pPr marL="914400" indent="0" algn="ctr">
              <a:lnSpc>
                <a:spcPct val="110000"/>
              </a:lnSpc>
              <a:buNone/>
              <a:defRPr sz="3600" b="0">
                <a:solidFill>
                  <a:schemeClr val="tx2">
                    <a:alpha val="90000"/>
                  </a:schemeClr>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DBF456FA-CA72-4459-B86B-03B2C85DD46A}" type="datetime1">
              <a:rPr lang="en-US" smtClean="0"/>
              <a:t>1/20/26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9" name="Straight Connector 8">
            <a:extLst>
              <a:ext uri="{FF2B5EF4-FFF2-40B4-BE49-F238E27FC236}">
                <a16:creationId xmlns:a16="http://schemas.microsoft.com/office/drawing/2014/main" id="{6C547212-589F-3A5C-2FF7-4E576B86E3A3}"/>
              </a:ext>
            </a:extLst>
          </p:cNvPr>
          <p:cNvCxnSpPr>
            <a:cxnSpLocks/>
          </p:cNvCxnSpPr>
          <p:nvPr/>
        </p:nvCxnSpPr>
        <p:spPr>
          <a:xfrm flipH="1">
            <a:off x="0" y="6398068"/>
            <a:ext cx="12192000" cy="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40E2472-A2D0-B3C4-1592-E709B2EC9AD6}"/>
              </a:ext>
            </a:extLst>
          </p:cNvPr>
          <p:cNvCxnSpPr>
            <a:cxnSpLocks/>
          </p:cNvCxnSpPr>
          <p:nvPr/>
        </p:nvCxnSpPr>
        <p:spPr>
          <a:xfrm>
            <a:off x="457200" y="0"/>
            <a:ext cx="0" cy="685800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F95E0B8-C6C3-8095-D53F-FB618E39D7CE}"/>
              </a:ext>
            </a:extLst>
          </p:cNvPr>
          <p:cNvCxnSpPr>
            <a:cxnSpLocks/>
          </p:cNvCxnSpPr>
          <p:nvPr/>
        </p:nvCxnSpPr>
        <p:spPr>
          <a:xfrm flipH="1">
            <a:off x="0" y="459932"/>
            <a:ext cx="12192000" cy="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AD2DF78-237E-1E21-906C-273460F55F55}"/>
              </a:ext>
            </a:extLst>
          </p:cNvPr>
          <p:cNvCxnSpPr>
            <a:cxnSpLocks/>
          </p:cNvCxnSpPr>
          <p:nvPr/>
        </p:nvCxnSpPr>
        <p:spPr>
          <a:xfrm>
            <a:off x="11734800" y="0"/>
            <a:ext cx="0" cy="685800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3551971"/>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4">
    <p:bg>
      <p:bgRef idx="1001">
        <a:schemeClr val="bg2"/>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AF5849-739D-C101-47C3-B7745B65C36B}"/>
              </a:ext>
            </a:extLst>
          </p:cNvPr>
          <p:cNvSpPr/>
          <p:nvPr/>
        </p:nvSpPr>
        <p:spPr>
          <a:xfrm>
            <a:off x="0" y="0"/>
            <a:ext cx="12192000" cy="6858000"/>
          </a:xfrm>
          <a:prstGeom prst="rect">
            <a:avLst/>
          </a:prstGeom>
          <a:solidFill>
            <a:schemeClr val="accent5">
              <a:lumMod val="40000"/>
              <a:lumOff val="60000"/>
              <a:alpha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1" y="726618"/>
            <a:ext cx="9057452" cy="3959677"/>
          </a:xfrm>
        </p:spPr>
        <p:txBody>
          <a:bodyPr anchor="ctr">
            <a:noAutofit/>
          </a:bodyPr>
          <a:lstStyle>
            <a:lvl1pPr marL="0" indent="0">
              <a:lnSpc>
                <a:spcPct val="100000"/>
              </a:lnSpc>
              <a:buNone/>
              <a:defRPr sz="6200" b="0">
                <a:solidFill>
                  <a:schemeClr val="tx2">
                    <a:alpha val="90000"/>
                  </a:schemeClr>
                </a:solidFill>
                <a:latin typeface="+mj-lt"/>
              </a:defRPr>
            </a:lvl1pPr>
            <a:lvl2pPr marL="228600" indent="0">
              <a:lnSpc>
                <a:spcPct val="100000"/>
              </a:lnSpc>
              <a:buNone/>
              <a:defRPr sz="6200" b="0">
                <a:solidFill>
                  <a:schemeClr val="tx2">
                    <a:alpha val="90000"/>
                  </a:schemeClr>
                </a:solidFill>
                <a:latin typeface="+mj-lt"/>
              </a:defRPr>
            </a:lvl2pPr>
            <a:lvl3pPr marL="457200" indent="0">
              <a:lnSpc>
                <a:spcPct val="100000"/>
              </a:lnSpc>
              <a:buNone/>
              <a:defRPr sz="6200" b="0">
                <a:solidFill>
                  <a:schemeClr val="tx2">
                    <a:alpha val="90000"/>
                  </a:schemeClr>
                </a:solidFill>
                <a:latin typeface="+mj-lt"/>
              </a:defRPr>
            </a:lvl3pPr>
            <a:lvl4pPr marL="685800" indent="0">
              <a:lnSpc>
                <a:spcPct val="100000"/>
              </a:lnSpc>
              <a:buNone/>
              <a:defRPr sz="6200" b="0">
                <a:solidFill>
                  <a:schemeClr val="tx2">
                    <a:alpha val="90000"/>
                  </a:schemeClr>
                </a:solidFill>
                <a:latin typeface="+mj-lt"/>
              </a:defRPr>
            </a:lvl4pPr>
            <a:lvl5pPr marL="914400" indent="0">
              <a:lnSpc>
                <a:spcPct val="100000"/>
              </a:lnSpc>
              <a:buNone/>
              <a:defRPr sz="6200" b="0">
                <a:solidFill>
                  <a:schemeClr val="tx2">
                    <a:alpha val="90000"/>
                  </a:schemeClr>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B3EC1153-D263-4C11-8011-CBFFD9730DCE}" type="datetime1">
              <a:rPr lang="en-US" smtClean="0"/>
              <a:t>1/20/26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6" name="Straight Connector 5">
            <a:extLst>
              <a:ext uri="{FF2B5EF4-FFF2-40B4-BE49-F238E27FC236}">
                <a16:creationId xmlns:a16="http://schemas.microsoft.com/office/drawing/2014/main" id="{7E668AFA-4F03-20A8-1BA4-B3199B0ED0C7}"/>
              </a:ext>
            </a:extLst>
          </p:cNvPr>
          <p:cNvCxnSpPr>
            <a:cxnSpLocks/>
          </p:cNvCxnSpPr>
          <p:nvPr/>
        </p:nvCxnSpPr>
        <p:spPr>
          <a:xfrm flipH="1">
            <a:off x="0" y="528468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2798B79-8105-6FCD-C65A-F6BE09F875EB}"/>
              </a:ext>
            </a:extLst>
          </p:cNvPr>
          <p:cNvCxnSpPr>
            <a:cxnSpLocks/>
          </p:cNvCxnSpPr>
          <p:nvPr/>
        </p:nvCxnSpPr>
        <p:spPr>
          <a:xfrm>
            <a:off x="10624726"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1580160"/>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47DCC75-46A1-9953-9459-89672E9805A8}"/>
              </a:ext>
            </a:extLst>
          </p:cNvPr>
          <p:cNvSpPr/>
          <p:nvPr/>
        </p:nvSpPr>
        <p:spPr>
          <a:xfrm>
            <a:off x="0" y="0"/>
            <a:ext cx="12192000" cy="6858000"/>
          </a:xfrm>
          <a:prstGeom prst="rect">
            <a:avLst/>
          </a:prstGeom>
          <a:solidFill>
            <a:schemeClr val="accent1">
              <a:lumMod val="40000"/>
              <a:lumOff val="60000"/>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562100" y="5549186"/>
            <a:ext cx="9199563" cy="653184"/>
          </a:xfrm>
        </p:spPr>
        <p:txBody>
          <a:bodyPr anchor="ctr">
            <a:normAutofit/>
          </a:bodyPr>
          <a:lstStyle>
            <a:lvl1pPr>
              <a:lnSpc>
                <a:spcPct val="120000"/>
              </a:lnSpc>
              <a:defRPr sz="1800" b="1" cap="all" spc="100" baseline="0">
                <a:solidFill>
                  <a:schemeClr val="accent4">
                    <a:lumMod val="75000"/>
                  </a:schemeClr>
                </a:solidFill>
                <a:latin typeface="+mn-lt"/>
              </a:defRPr>
            </a:lvl1pPr>
          </a:lstStyle>
          <a:p>
            <a:r>
              <a:rPr lang="en-US" dirty="0"/>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1562100" y="823913"/>
            <a:ext cx="9199563" cy="3614737"/>
          </a:xfrm>
        </p:spPr>
        <p:txBody>
          <a:bodyPr anchor="ctr">
            <a:normAutofit/>
          </a:bodyPr>
          <a:lstStyle>
            <a:lvl1pPr marL="182880" indent="-182880">
              <a:buNone/>
              <a:defRPr sz="4000">
                <a:solidFill>
                  <a:schemeClr val="accent4">
                    <a:lumMod val="75000"/>
                  </a:schemeClr>
                </a:solidFill>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685800" y="6445997"/>
            <a:ext cx="3949302" cy="365125"/>
          </a:xfrm>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192870C0-88BC-4B78-A088-30393EC7D39C}" type="datetime1">
              <a:rPr lang="en-US" smtClean="0"/>
              <a:t>1/20/26</a:t>
            </a:fld>
            <a:endParaRPr lang="en-US" dirty="0"/>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6" name="Straight Connector 5">
            <a:extLst>
              <a:ext uri="{FF2B5EF4-FFF2-40B4-BE49-F238E27FC236}">
                <a16:creationId xmlns:a16="http://schemas.microsoft.com/office/drawing/2014/main" id="{741338F2-C5CE-45A7-7748-138B348BA1E7}"/>
              </a:ext>
            </a:extLst>
          </p:cNvPr>
          <p:cNvCxnSpPr>
            <a:cxnSpLocks/>
          </p:cNvCxnSpPr>
          <p:nvPr/>
        </p:nvCxnSpPr>
        <p:spPr>
          <a:xfrm>
            <a:off x="4572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4CFB94-8AB3-65DB-0B12-EC4F7DAAEBF7}"/>
              </a:ext>
            </a:extLst>
          </p:cNvPr>
          <p:cNvCxnSpPr>
            <a:cxnSpLocks/>
          </p:cNvCxnSpPr>
          <p:nvPr/>
        </p:nvCxnSpPr>
        <p:spPr>
          <a:xfrm flipH="1">
            <a:off x="0" y="504372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5546094"/>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0E8326-1507-F48A-851B-53763210D1ED}"/>
              </a:ext>
            </a:extLst>
          </p:cNvPr>
          <p:cNvSpPr/>
          <p:nvPr/>
        </p:nvSpPr>
        <p:spPr>
          <a:xfrm>
            <a:off x="0" y="0"/>
            <a:ext cx="12192000" cy="6858000"/>
          </a:xfrm>
          <a:prstGeom prst="rect">
            <a:avLst/>
          </a:prstGeom>
          <a:solidFill>
            <a:schemeClr val="accent1">
              <a:lumMod val="20000"/>
              <a:lumOff val="80000"/>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562100" y="5549186"/>
            <a:ext cx="7900414" cy="653184"/>
          </a:xfrm>
        </p:spPr>
        <p:txBody>
          <a:bodyPr anchor="ctr">
            <a:normAutofit/>
          </a:bodyPr>
          <a:lstStyle>
            <a:lvl1pPr>
              <a:lnSpc>
                <a:spcPct val="120000"/>
              </a:lnSpc>
              <a:defRPr sz="1800" b="1" cap="all" spc="100" baseline="0">
                <a:solidFill>
                  <a:schemeClr val="accent1"/>
                </a:solidFill>
                <a:latin typeface="+mn-lt"/>
              </a:defRPr>
            </a:lvl1pPr>
          </a:lstStyle>
          <a:p>
            <a:r>
              <a:rPr lang="en-US" dirty="0"/>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1562100" y="823913"/>
            <a:ext cx="7900416" cy="3614737"/>
          </a:xfrm>
        </p:spPr>
        <p:txBody>
          <a:bodyPr anchor="ctr">
            <a:normAutofit/>
          </a:bodyPr>
          <a:lstStyle>
            <a:lvl1pPr marL="182880" indent="-182880">
              <a:buNone/>
              <a:defRPr sz="4000">
                <a:solidFill>
                  <a:schemeClr val="tx2">
                    <a:alpha val="80000"/>
                  </a:schemeClr>
                </a:solidFill>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D49EA2AE-D036-4E26-95AB-9605EDE53986}" type="datetime1">
              <a:rPr lang="en-US" smtClean="0"/>
              <a:t>1/20/26</a:t>
            </a:fld>
            <a:endParaRPr lang="en-US" dirty="0"/>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7" name="Straight Connector 6">
            <a:extLst>
              <a:ext uri="{FF2B5EF4-FFF2-40B4-BE49-F238E27FC236}">
                <a16:creationId xmlns:a16="http://schemas.microsoft.com/office/drawing/2014/main" id="{207475CC-2E7D-619F-AFAD-0EB2BC1DFC40}"/>
              </a:ext>
            </a:extLst>
          </p:cNvPr>
          <p:cNvCxnSpPr>
            <a:cxnSpLocks/>
          </p:cNvCxnSpPr>
          <p:nvPr/>
        </p:nvCxnSpPr>
        <p:spPr>
          <a:xfrm flipH="1">
            <a:off x="0" y="504372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D81F4D6-9057-EF87-48BE-0C6D4ADC8BC6}"/>
              </a:ext>
            </a:extLst>
          </p:cNvPr>
          <p:cNvCxnSpPr>
            <a:cxnSpLocks/>
          </p:cNvCxnSpPr>
          <p:nvPr/>
        </p:nvCxnSpPr>
        <p:spPr>
          <a:xfrm>
            <a:off x="1033707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7916580"/>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407D4A-1244-6A47-327B-CDB05AF70268}"/>
              </a:ext>
            </a:extLst>
          </p:cNvPr>
          <p:cNvSpPr/>
          <p:nvPr/>
        </p:nvSpPr>
        <p:spPr>
          <a:xfrm>
            <a:off x="0" y="0"/>
            <a:ext cx="12192000" cy="6858000"/>
          </a:xfrm>
          <a:prstGeom prst="rect">
            <a:avLst/>
          </a:prstGeom>
          <a:solidFill>
            <a:schemeClr val="accent3">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562100" y="5549186"/>
            <a:ext cx="7982709" cy="653184"/>
          </a:xfrm>
        </p:spPr>
        <p:txBody>
          <a:bodyPr anchor="ctr">
            <a:normAutofit/>
          </a:bodyPr>
          <a:lstStyle>
            <a:lvl1pPr>
              <a:lnSpc>
                <a:spcPct val="120000"/>
              </a:lnSpc>
              <a:defRPr sz="1800" b="1" cap="all" spc="100" baseline="0">
                <a:solidFill>
                  <a:schemeClr val="tx2"/>
                </a:solidFill>
                <a:latin typeface="+mn-lt"/>
              </a:defRPr>
            </a:lvl1pPr>
          </a:lstStyle>
          <a:p>
            <a:r>
              <a:rPr lang="en-US" dirty="0"/>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1562100" y="823913"/>
            <a:ext cx="7982712" cy="3614737"/>
          </a:xfrm>
        </p:spPr>
        <p:txBody>
          <a:bodyPr anchor="ctr">
            <a:normAutofit/>
          </a:bodyPr>
          <a:lstStyle>
            <a:lvl1pPr marL="182880" indent="-182880">
              <a:buNone/>
              <a:defRPr sz="3600">
                <a:solidFill>
                  <a:schemeClr val="tx2"/>
                </a:solidFill>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2D99B03C-9B9E-4B25-B0F1-2ABF7EE05CC0}" type="datetime1">
              <a:rPr lang="en-US" smtClean="0"/>
              <a:t>1/20/26</a:t>
            </a:fld>
            <a:endParaRPr lang="en-US" dirty="0"/>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6" name="Straight Connector 5">
            <a:extLst>
              <a:ext uri="{FF2B5EF4-FFF2-40B4-BE49-F238E27FC236}">
                <a16:creationId xmlns:a16="http://schemas.microsoft.com/office/drawing/2014/main" id="{DBA83050-F737-4CAA-50C3-B1912F8DCD46}"/>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BAC790E-B990-47FD-A7C4-38DEB7A38CA4}"/>
              </a:ext>
            </a:extLst>
          </p:cNvPr>
          <p:cNvCxnSpPr>
            <a:cxnSpLocks/>
          </p:cNvCxnSpPr>
          <p:nvPr/>
        </p:nvCxnSpPr>
        <p:spPr>
          <a:xfrm flipH="1">
            <a:off x="0" y="504372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2CD9DAA-71D0-AF79-A512-7D264779C222}"/>
              </a:ext>
            </a:extLst>
          </p:cNvPr>
          <p:cNvCxnSpPr>
            <a:cxnSpLocks/>
          </p:cNvCxnSpPr>
          <p:nvPr/>
        </p:nvCxnSpPr>
        <p:spPr>
          <a:xfrm>
            <a:off x="1033707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2010584"/>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4">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B63E278-755B-41D3-7218-B797D9B5DF3C}"/>
              </a:ext>
            </a:extLst>
          </p:cNvPr>
          <p:cNvSpPr/>
          <p:nvPr/>
        </p:nvSpPr>
        <p:spPr>
          <a:xfrm>
            <a:off x="0" y="0"/>
            <a:ext cx="12192000" cy="6858000"/>
          </a:xfrm>
          <a:prstGeom prst="rect">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475488" y="4893472"/>
            <a:ext cx="8019287" cy="1205575"/>
          </a:xfrm>
        </p:spPr>
        <p:txBody>
          <a:bodyPr anchor="t">
            <a:normAutofit/>
          </a:bodyPr>
          <a:lstStyle>
            <a:lvl1pPr>
              <a:lnSpc>
                <a:spcPct val="120000"/>
              </a:lnSpc>
              <a:defRPr sz="1800" b="1" cap="all" spc="100" baseline="0">
                <a:solidFill>
                  <a:schemeClr val="tx2"/>
                </a:solidFill>
                <a:latin typeface="+mn-lt"/>
              </a:defRPr>
            </a:lvl1pPr>
          </a:lstStyle>
          <a:p>
            <a:r>
              <a:rPr lang="en-US" dirty="0"/>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475488" y="594360"/>
            <a:ext cx="8019288" cy="3236976"/>
          </a:xfrm>
        </p:spPr>
        <p:txBody>
          <a:bodyPr anchor="b">
            <a:normAutofit/>
          </a:bodyPr>
          <a:lstStyle>
            <a:lvl1pPr marL="182880" indent="-182880">
              <a:buNone/>
              <a:defRPr sz="36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A1B6A855-EE76-45C6-B820-67541FFB5E07}" type="datetime1">
              <a:rPr lang="en-US" smtClean="0"/>
              <a:t>1/20/26</a:t>
            </a:fld>
            <a:endParaRPr lang="en-US" dirty="0"/>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7" name="Straight Connector 6">
            <a:extLst>
              <a:ext uri="{FF2B5EF4-FFF2-40B4-BE49-F238E27FC236}">
                <a16:creationId xmlns:a16="http://schemas.microsoft.com/office/drawing/2014/main" id="{8AA0B79A-2EB3-E6D5-B923-60D51965E7A7}"/>
              </a:ext>
            </a:extLst>
          </p:cNvPr>
          <p:cNvCxnSpPr>
            <a:cxnSpLocks/>
          </p:cNvCxnSpPr>
          <p:nvPr/>
        </p:nvCxnSpPr>
        <p:spPr>
          <a:xfrm flipH="1">
            <a:off x="0" y="436240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31507FC-FD8A-132E-6F82-1A96368D292F}"/>
              </a:ext>
            </a:extLst>
          </p:cNvPr>
          <p:cNvCxnSpPr>
            <a:cxnSpLocks/>
          </p:cNvCxnSpPr>
          <p:nvPr/>
        </p:nvCxnSpPr>
        <p:spPr>
          <a:xfrm>
            <a:off x="903719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8781640"/>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27BF6-CDFA-AAF4-F7FD-F4F8D06FF275}"/>
              </a:ext>
            </a:extLst>
          </p:cNvPr>
          <p:cNvSpPr>
            <a:spLocks noGrp="1"/>
          </p:cNvSpPr>
          <p:nvPr>
            <p:ph type="title"/>
          </p:nvPr>
        </p:nvSpPr>
        <p:spPr>
          <a:xfrm>
            <a:off x="457200" y="275309"/>
            <a:ext cx="11277600" cy="914400"/>
          </a:xfrm>
        </p:spPr>
        <p:txBody>
          <a:bodyPr anchor="ctr"/>
          <a:lstStyle>
            <a:lvl1pPr>
              <a:defRPr>
                <a:solidFill>
                  <a:schemeClr val="tx2"/>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6EAB1904-05A3-AF54-90B7-8B4E5E9BFC62}"/>
              </a:ext>
            </a:extLst>
          </p:cNvPr>
          <p:cNvSpPr>
            <a:spLocks noGrp="1"/>
          </p:cNvSpPr>
          <p:nvPr>
            <p:ph sz="quarter" idx="15"/>
          </p:nvPr>
        </p:nvSpPr>
        <p:spPr>
          <a:xfrm>
            <a:off x="455613" y="1677988"/>
            <a:ext cx="518160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1">
            <a:extLst>
              <a:ext uri="{FF2B5EF4-FFF2-40B4-BE49-F238E27FC236}">
                <a16:creationId xmlns:a16="http://schemas.microsoft.com/office/drawing/2014/main" id="{0D15555F-2C1E-04D7-CE37-D06ABFB5685F}"/>
              </a:ext>
            </a:extLst>
          </p:cNvPr>
          <p:cNvSpPr>
            <a:spLocks noGrp="1"/>
          </p:cNvSpPr>
          <p:nvPr>
            <p:ph sz="quarter" idx="16"/>
          </p:nvPr>
        </p:nvSpPr>
        <p:spPr>
          <a:xfrm>
            <a:off x="6553200" y="1677988"/>
            <a:ext cx="5180013" cy="4498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1B108197-F703-726D-4372-C7520052DC70}"/>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F85FAA39-5E1E-3A94-5A04-C36BA19E34ED}"/>
              </a:ext>
            </a:extLst>
          </p:cNvPr>
          <p:cNvSpPr>
            <a:spLocks noGrp="1"/>
          </p:cNvSpPr>
          <p:nvPr>
            <p:ph type="dt" sz="half" idx="10"/>
          </p:nvPr>
        </p:nvSpPr>
        <p:spPr/>
        <p:txBody>
          <a:bodyPr/>
          <a:lstStyle/>
          <a:p>
            <a:fld id="{B20F022F-161E-41B9-A1BC-CC85E43B1AF4}" type="datetime1">
              <a:rPr lang="en-US" smtClean="0"/>
              <a:t>1/20/26</a:t>
            </a:fld>
            <a:endParaRPr lang="en-US" dirty="0"/>
          </a:p>
        </p:txBody>
      </p:sp>
      <p:sp>
        <p:nvSpPr>
          <p:cNvPr id="7" name="Slide Number Placeholder 6">
            <a:extLst>
              <a:ext uri="{FF2B5EF4-FFF2-40B4-BE49-F238E27FC236}">
                <a16:creationId xmlns:a16="http://schemas.microsoft.com/office/drawing/2014/main" id="{ACE80595-19B6-01B9-FCF5-F94B0C1BBAA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9" name="Straight Connector 8">
            <a:extLst>
              <a:ext uri="{FF2B5EF4-FFF2-40B4-BE49-F238E27FC236}">
                <a16:creationId xmlns:a16="http://schemas.microsoft.com/office/drawing/2014/main" id="{52C5098A-8A29-951C-ABCF-B4C329C3A94F}"/>
              </a:ext>
            </a:extLst>
          </p:cNvPr>
          <p:cNvCxnSpPr>
            <a:cxnSpLocks/>
          </p:cNvCxnSpPr>
          <p:nvPr/>
        </p:nvCxnSpPr>
        <p:spPr>
          <a:xfrm>
            <a:off x="6096000" y="1362719"/>
            <a:ext cx="0" cy="5490348"/>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54A1D01-2B46-73F0-8DC7-926AA95F7DFC}"/>
              </a:ext>
            </a:extLst>
          </p:cNvPr>
          <p:cNvCxnSpPr>
            <a:cxnSpLocks/>
          </p:cNvCxnSpPr>
          <p:nvPr/>
        </p:nvCxnSpPr>
        <p:spPr>
          <a:xfrm flipH="1">
            <a:off x="0" y="1362719"/>
            <a:ext cx="12200040" cy="0"/>
          </a:xfrm>
          <a:prstGeom prst="line">
            <a:avLst/>
          </a:prstGeom>
          <a:ln w="9525">
            <a:solidFill>
              <a:srgbClr val="616867">
                <a:alpha val="4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92330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F27A1-B3E2-4312-9475-76586DB132FF}"/>
              </a:ext>
            </a:extLst>
          </p:cNvPr>
          <p:cNvSpPr>
            <a:spLocks noGrp="1"/>
          </p:cNvSpPr>
          <p:nvPr>
            <p:ph type="title"/>
          </p:nvPr>
        </p:nvSpPr>
        <p:spPr>
          <a:xfrm>
            <a:off x="457199" y="276838"/>
            <a:ext cx="11274552" cy="914400"/>
          </a:xfrm>
        </p:spPr>
        <p:txBody>
          <a:bodyPr vert="horz" lIns="91440" tIns="45720" rIns="91440" bIns="45720" rtlCol="0" anchor="ctr">
            <a:normAutofit/>
          </a:bodyPr>
          <a:lstStyle>
            <a:lvl1pPr>
              <a:defRPr lang="en-US" dirty="0"/>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25FD6984-5D8F-6F35-3DC2-352D46E75874}"/>
              </a:ext>
            </a:extLst>
          </p:cNvPr>
          <p:cNvSpPr>
            <a:spLocks noGrp="1"/>
          </p:cNvSpPr>
          <p:nvPr>
            <p:ph type="body" idx="1"/>
          </p:nvPr>
        </p:nvSpPr>
        <p:spPr>
          <a:xfrm>
            <a:off x="457199" y="1475623"/>
            <a:ext cx="5184648" cy="676690"/>
          </a:xfrm>
        </p:spPr>
        <p:txBody>
          <a:bodyPr anchor="ctr">
            <a:normAutofit/>
          </a:bodyPr>
          <a:lstStyle>
            <a:lvl1pPr marL="0" indent="0">
              <a:buNone/>
              <a:defRPr sz="1800" b="0" cap="all" spc="16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CD5136-48A0-D788-8CE2-627309A00EC8}"/>
              </a:ext>
            </a:extLst>
          </p:cNvPr>
          <p:cNvSpPr>
            <a:spLocks noGrp="1"/>
          </p:cNvSpPr>
          <p:nvPr>
            <p:ph sz="quarter" idx="15"/>
          </p:nvPr>
        </p:nvSpPr>
        <p:spPr>
          <a:xfrm>
            <a:off x="457200" y="2522538"/>
            <a:ext cx="5178425" cy="380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807CEA6-7FDB-2A72-485B-D38A79C1826D}"/>
              </a:ext>
            </a:extLst>
          </p:cNvPr>
          <p:cNvSpPr>
            <a:spLocks noGrp="1"/>
          </p:cNvSpPr>
          <p:nvPr>
            <p:ph type="body" sz="quarter" idx="3"/>
          </p:nvPr>
        </p:nvSpPr>
        <p:spPr>
          <a:xfrm>
            <a:off x="6556248" y="1475622"/>
            <a:ext cx="5184648" cy="676690"/>
          </a:xfrm>
        </p:spPr>
        <p:txBody>
          <a:bodyPr anchor="ctr">
            <a:normAutofit/>
          </a:bodyPr>
          <a:lstStyle>
            <a:lvl1pPr marL="0" indent="0">
              <a:buNone/>
              <a:defRPr sz="1800" b="0" cap="all" spc="16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FC4D723F-4492-3B3B-CE74-0959714EEB14}"/>
              </a:ext>
            </a:extLst>
          </p:cNvPr>
          <p:cNvSpPr>
            <a:spLocks noGrp="1"/>
          </p:cNvSpPr>
          <p:nvPr>
            <p:ph sz="quarter" idx="16"/>
          </p:nvPr>
        </p:nvSpPr>
        <p:spPr>
          <a:xfrm>
            <a:off x="6556375" y="2522538"/>
            <a:ext cx="5175249" cy="380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3FA108E0-63AE-4B5C-404F-AD0FEC4AB8B8}"/>
              </a:ext>
            </a:extLst>
          </p:cNvPr>
          <p:cNvSpPr>
            <a:spLocks noGrp="1"/>
          </p:cNvSpPr>
          <p:nvPr>
            <p:ph type="ftr" sz="quarter" idx="11"/>
          </p:nvPr>
        </p:nvSpPr>
        <p:spPr/>
        <p:txBody>
          <a:bodyPr/>
          <a:lstStyle/>
          <a:p>
            <a:r>
              <a:rPr lang="en-US" dirty="0"/>
              <a:t>Sample Footer Text</a:t>
            </a:r>
          </a:p>
        </p:txBody>
      </p:sp>
      <p:sp>
        <p:nvSpPr>
          <p:cNvPr id="10" name="Date Placeholder 9">
            <a:extLst>
              <a:ext uri="{FF2B5EF4-FFF2-40B4-BE49-F238E27FC236}">
                <a16:creationId xmlns:a16="http://schemas.microsoft.com/office/drawing/2014/main" id="{42E2EB77-3CF8-CDC9-D0D4-1AC07FC535D4}"/>
              </a:ext>
            </a:extLst>
          </p:cNvPr>
          <p:cNvSpPr>
            <a:spLocks noGrp="1"/>
          </p:cNvSpPr>
          <p:nvPr>
            <p:ph type="dt" sz="half" idx="10"/>
          </p:nvPr>
        </p:nvSpPr>
        <p:spPr/>
        <p:txBody>
          <a:bodyPr/>
          <a:lstStyle/>
          <a:p>
            <a:fld id="{6BC8F49A-9797-4EFB-8F78-023201B418DD}" type="datetime1">
              <a:rPr lang="en-US" smtClean="0"/>
              <a:t>1/20/26</a:t>
            </a:fld>
            <a:endParaRPr lang="en-US" dirty="0"/>
          </a:p>
        </p:txBody>
      </p:sp>
      <p:sp>
        <p:nvSpPr>
          <p:cNvPr id="15" name="Slide Number Placeholder 14">
            <a:extLst>
              <a:ext uri="{FF2B5EF4-FFF2-40B4-BE49-F238E27FC236}">
                <a16:creationId xmlns:a16="http://schemas.microsoft.com/office/drawing/2014/main" id="{6918C09E-FCA3-F1F6-7408-40D98FCEA9FD}"/>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7" name="Straight Connector 6">
            <a:extLst>
              <a:ext uri="{FF2B5EF4-FFF2-40B4-BE49-F238E27FC236}">
                <a16:creationId xmlns:a16="http://schemas.microsoft.com/office/drawing/2014/main" id="{354F547E-1AC1-2FFD-3E17-DC3F25B07823}"/>
              </a:ext>
            </a:extLst>
          </p:cNvPr>
          <p:cNvCxnSpPr>
            <a:cxnSpLocks/>
          </p:cNvCxnSpPr>
          <p:nvPr/>
        </p:nvCxnSpPr>
        <p:spPr>
          <a:xfrm>
            <a:off x="6096000" y="1362719"/>
            <a:ext cx="0" cy="5490348"/>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695E25D-D4B1-2002-F8AB-8B987C1683D9}"/>
              </a:ext>
            </a:extLst>
          </p:cNvPr>
          <p:cNvCxnSpPr>
            <a:cxnSpLocks/>
          </p:cNvCxnSpPr>
          <p:nvPr/>
        </p:nvCxnSpPr>
        <p:spPr>
          <a:xfrm flipH="1">
            <a:off x="0" y="226812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335EA16-C700-BA75-F075-2E4BC3EAFBE2}"/>
              </a:ext>
            </a:extLst>
          </p:cNvPr>
          <p:cNvCxnSpPr>
            <a:cxnSpLocks/>
          </p:cNvCxnSpPr>
          <p:nvPr/>
        </p:nvCxnSpPr>
        <p:spPr>
          <a:xfrm flipH="1">
            <a:off x="0" y="1362719"/>
            <a:ext cx="12200040" cy="0"/>
          </a:xfrm>
          <a:prstGeom prst="line">
            <a:avLst/>
          </a:prstGeom>
          <a:ln w="9525">
            <a:solidFill>
              <a:srgbClr val="616867">
                <a:alpha val="4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981542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552C1-DD73-A90F-46E0-33A4D558013C}"/>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238F8C10-87B8-01D2-2FEE-DAC41B9CF7CE}"/>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6225E57E-7F73-3825-2158-80859BAD43A4}"/>
              </a:ext>
            </a:extLst>
          </p:cNvPr>
          <p:cNvSpPr>
            <a:spLocks noGrp="1"/>
          </p:cNvSpPr>
          <p:nvPr>
            <p:ph type="dt" sz="half" idx="10"/>
          </p:nvPr>
        </p:nvSpPr>
        <p:spPr/>
        <p:txBody>
          <a:bodyPr/>
          <a:lstStyle/>
          <a:p>
            <a:fld id="{F1E57D35-FD3E-408B-A06E-7ED09E94C083}" type="datetime1">
              <a:rPr lang="en-US" smtClean="0"/>
              <a:t>1/20/26</a:t>
            </a:fld>
            <a:endParaRPr lang="en-US" dirty="0"/>
          </a:p>
        </p:txBody>
      </p:sp>
      <p:sp>
        <p:nvSpPr>
          <p:cNvPr id="5" name="Slide Number Placeholder 4">
            <a:extLst>
              <a:ext uri="{FF2B5EF4-FFF2-40B4-BE49-F238E27FC236}">
                <a16:creationId xmlns:a16="http://schemas.microsoft.com/office/drawing/2014/main" id="{27A634BF-792D-AC8C-B0E0-492263401E1B}"/>
              </a:ext>
            </a:extLst>
          </p:cNvPr>
          <p:cNvSpPr>
            <a:spLocks noGrp="1"/>
          </p:cNvSpPr>
          <p:nvPr>
            <p:ph type="sldNum" sz="quarter" idx="12"/>
          </p:nvPr>
        </p:nvSpPr>
        <p:spPr/>
        <p:txBody>
          <a:bodyPr/>
          <a:lstStyle/>
          <a:p>
            <a:fld id="{DDF60B60-82CA-4BB9-BA6E-A62FADF2374B}" type="slidenum">
              <a:rPr lang="en-US" smtClean="0"/>
              <a:t>‹#›</a:t>
            </a:fld>
            <a:endParaRPr lang="en-US" dirty="0"/>
          </a:p>
        </p:txBody>
      </p:sp>
    </p:spTree>
    <p:extLst>
      <p:ext uri="{BB962C8B-B14F-4D97-AF65-F5344CB8AC3E}">
        <p14:creationId xmlns:p14="http://schemas.microsoft.com/office/powerpoint/2010/main" val="264537658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151370D-0A93-44DD-E049-EF3265B73F77}"/>
              </a:ext>
            </a:extLst>
          </p:cNvPr>
          <p:cNvSpPr>
            <a:spLocks noGrp="1"/>
          </p:cNvSpPr>
          <p:nvPr>
            <p:ph type="ftr" sz="quarter" idx="11"/>
          </p:nvPr>
        </p:nvSpPr>
        <p:spPr/>
        <p:txBody>
          <a:bodyPr/>
          <a:lstStyle/>
          <a:p>
            <a:r>
              <a:rPr lang="en-US" dirty="0"/>
              <a:t>Sample Footer Text</a:t>
            </a:r>
          </a:p>
        </p:txBody>
      </p:sp>
      <p:sp>
        <p:nvSpPr>
          <p:cNvPr id="2" name="Date Placeholder 1">
            <a:extLst>
              <a:ext uri="{FF2B5EF4-FFF2-40B4-BE49-F238E27FC236}">
                <a16:creationId xmlns:a16="http://schemas.microsoft.com/office/drawing/2014/main" id="{B6FF00A2-5853-30A7-62F5-7C7CB5A22191}"/>
              </a:ext>
            </a:extLst>
          </p:cNvPr>
          <p:cNvSpPr>
            <a:spLocks noGrp="1"/>
          </p:cNvSpPr>
          <p:nvPr>
            <p:ph type="dt" sz="half" idx="10"/>
          </p:nvPr>
        </p:nvSpPr>
        <p:spPr/>
        <p:txBody>
          <a:bodyPr/>
          <a:lstStyle/>
          <a:p>
            <a:fld id="{8334BC47-E75B-4512-AE58-14F5144E068D}" type="datetime1">
              <a:rPr lang="en-US" smtClean="0"/>
              <a:t>1/20/26</a:t>
            </a:fld>
            <a:endParaRPr lang="en-US" dirty="0"/>
          </a:p>
        </p:txBody>
      </p:sp>
      <p:sp>
        <p:nvSpPr>
          <p:cNvPr id="4" name="Slide Number Placeholder 3">
            <a:extLst>
              <a:ext uri="{FF2B5EF4-FFF2-40B4-BE49-F238E27FC236}">
                <a16:creationId xmlns:a16="http://schemas.microsoft.com/office/drawing/2014/main" id="{ED3E97DA-A7DF-E3FF-8937-F6A36D17F59B}"/>
              </a:ext>
            </a:extLst>
          </p:cNvPr>
          <p:cNvSpPr>
            <a:spLocks noGrp="1"/>
          </p:cNvSpPr>
          <p:nvPr>
            <p:ph type="sldNum" sz="quarter" idx="12"/>
          </p:nvPr>
        </p:nvSpPr>
        <p:spPr/>
        <p:txBody>
          <a:bodyPr/>
          <a:lstStyle/>
          <a:p>
            <a:fld id="{DDF60B60-82CA-4BB9-BA6E-A62FADF2374B}" type="slidenum">
              <a:rPr lang="en-US" smtClean="0"/>
              <a:t>‹#›</a:t>
            </a:fld>
            <a:endParaRPr lang="en-US" dirty="0"/>
          </a:p>
        </p:txBody>
      </p:sp>
    </p:spTree>
    <p:extLst>
      <p:ext uri="{BB962C8B-B14F-4D97-AF65-F5344CB8AC3E}">
        <p14:creationId xmlns:p14="http://schemas.microsoft.com/office/powerpoint/2010/main" val="81608350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7B5AB-0FA3-E8AE-A6A1-C03EE2DDAC1C}"/>
              </a:ext>
            </a:extLst>
          </p:cNvPr>
          <p:cNvSpPr>
            <a:spLocks noGrp="1"/>
          </p:cNvSpPr>
          <p:nvPr>
            <p:ph type="title"/>
          </p:nvPr>
        </p:nvSpPr>
        <p:spPr>
          <a:xfrm>
            <a:off x="457200" y="457200"/>
            <a:ext cx="3840480" cy="1600200"/>
          </a:xfrm>
        </p:spPr>
        <p:txBody>
          <a:bodyPr anchor="t"/>
          <a:lstStyle>
            <a:lvl1pPr>
              <a:defRPr sz="32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407D3D71-61A7-7BE9-20ED-B5AF76B017E2}"/>
              </a:ext>
            </a:extLst>
          </p:cNvPr>
          <p:cNvSpPr>
            <a:spLocks noGrp="1"/>
          </p:cNvSpPr>
          <p:nvPr>
            <p:ph type="body" sz="half" idx="2"/>
          </p:nvPr>
        </p:nvSpPr>
        <p:spPr>
          <a:xfrm>
            <a:off x="457200" y="2057400"/>
            <a:ext cx="3840480" cy="397925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94D1ED4A-75CE-22B6-973F-969688C90EC1}"/>
              </a:ext>
            </a:extLst>
          </p:cNvPr>
          <p:cNvSpPr>
            <a:spLocks noGrp="1"/>
          </p:cNvSpPr>
          <p:nvPr>
            <p:ph idx="1"/>
          </p:nvPr>
        </p:nvSpPr>
        <p:spPr>
          <a:xfrm>
            <a:off x="5183187" y="457201"/>
            <a:ext cx="6551601" cy="557945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ABDB4269-D6C6-3706-6E34-9B96440E4C79}"/>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8525825D-6882-CF7E-DED2-796EB50E5624}"/>
              </a:ext>
            </a:extLst>
          </p:cNvPr>
          <p:cNvSpPr>
            <a:spLocks noGrp="1"/>
          </p:cNvSpPr>
          <p:nvPr>
            <p:ph type="dt" sz="half" idx="10"/>
          </p:nvPr>
        </p:nvSpPr>
        <p:spPr/>
        <p:txBody>
          <a:bodyPr/>
          <a:lstStyle/>
          <a:p>
            <a:fld id="{63E7E953-C3C8-4A4B-8817-BB1E8DE8DAD2}" type="datetime1">
              <a:rPr lang="en-US" smtClean="0"/>
              <a:t>1/20/26</a:t>
            </a:fld>
            <a:endParaRPr lang="en-US" dirty="0"/>
          </a:p>
        </p:txBody>
      </p:sp>
      <p:sp>
        <p:nvSpPr>
          <p:cNvPr id="7" name="Slide Number Placeholder 6">
            <a:extLst>
              <a:ext uri="{FF2B5EF4-FFF2-40B4-BE49-F238E27FC236}">
                <a16:creationId xmlns:a16="http://schemas.microsoft.com/office/drawing/2014/main" id="{9E661EE4-2972-F8D1-E2C0-577A67DEC944}"/>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8" name="Straight Connector 7">
            <a:extLst>
              <a:ext uri="{FF2B5EF4-FFF2-40B4-BE49-F238E27FC236}">
                <a16:creationId xmlns:a16="http://schemas.microsoft.com/office/drawing/2014/main" id="{1A5F8204-04DE-BDF1-25A8-C8850EC04A7C}"/>
              </a:ext>
            </a:extLst>
          </p:cNvPr>
          <p:cNvCxnSpPr>
            <a:cxnSpLocks/>
          </p:cNvCxnSpPr>
          <p:nvPr/>
        </p:nvCxnSpPr>
        <p:spPr>
          <a:xfrm>
            <a:off x="464346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C0CCA0B-4B85-D092-C9D6-7644345E4BFB}"/>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916428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064BF-25B8-DF5F-78A5-EF299DBC0FE5}"/>
              </a:ext>
            </a:extLst>
          </p:cNvPr>
          <p:cNvSpPr>
            <a:spLocks noGrp="1"/>
          </p:cNvSpPr>
          <p:nvPr>
            <p:ph type="title"/>
          </p:nvPr>
        </p:nvSpPr>
        <p:spPr>
          <a:xfrm>
            <a:off x="457200" y="457200"/>
            <a:ext cx="3840480" cy="1600200"/>
          </a:xfrm>
        </p:spPr>
        <p:txBody>
          <a:bodyPr anchor="t"/>
          <a:lstStyle>
            <a:lvl1pPr>
              <a:defRPr sz="32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3EB6BD76-5832-C2AF-7743-B7CB3A9FD207}"/>
              </a:ext>
            </a:extLst>
          </p:cNvPr>
          <p:cNvSpPr>
            <a:spLocks noGrp="1"/>
          </p:cNvSpPr>
          <p:nvPr>
            <p:ph type="body" sz="half" idx="2"/>
          </p:nvPr>
        </p:nvSpPr>
        <p:spPr>
          <a:xfrm>
            <a:off x="457200" y="2073584"/>
            <a:ext cx="3840480" cy="388073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3F01BD91-BD6E-DEBA-3699-22D6D0CCE7F1}"/>
              </a:ext>
            </a:extLst>
          </p:cNvPr>
          <p:cNvSpPr>
            <a:spLocks noGrp="1"/>
          </p:cNvSpPr>
          <p:nvPr>
            <p:ph type="pic" idx="1" hasCustomPrompt="1"/>
          </p:nvPr>
        </p:nvSpPr>
        <p:spPr>
          <a:xfrm>
            <a:off x="5183188" y="542165"/>
            <a:ext cx="6466646" cy="5313731"/>
          </a:xfrm>
          <a:blipFill dpi="0" rotWithShape="1">
            <a:blip r:embed="rId2">
              <a:alphaModFix amt="8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5BC7AD9D-75CD-C3FA-F88F-4D8A87B72273}"/>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F47D41FD-57A5-7CC9-58D3-3ACA20265E6C}"/>
              </a:ext>
            </a:extLst>
          </p:cNvPr>
          <p:cNvSpPr>
            <a:spLocks noGrp="1"/>
          </p:cNvSpPr>
          <p:nvPr>
            <p:ph type="dt" sz="half" idx="10"/>
          </p:nvPr>
        </p:nvSpPr>
        <p:spPr/>
        <p:txBody>
          <a:bodyPr/>
          <a:lstStyle/>
          <a:p>
            <a:fld id="{CF4969BF-940B-4FBC-8397-235C5A271474}" type="datetime1">
              <a:rPr lang="en-US" smtClean="0"/>
              <a:t>1/20/26</a:t>
            </a:fld>
            <a:endParaRPr lang="en-US" dirty="0"/>
          </a:p>
        </p:txBody>
      </p:sp>
      <p:sp>
        <p:nvSpPr>
          <p:cNvPr id="7" name="Slide Number Placeholder 6">
            <a:extLst>
              <a:ext uri="{FF2B5EF4-FFF2-40B4-BE49-F238E27FC236}">
                <a16:creationId xmlns:a16="http://schemas.microsoft.com/office/drawing/2014/main" id="{6EACC530-F0C1-526A-3F3A-EA8A7A29A70E}"/>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9" name="Straight Connector 8">
            <a:extLst>
              <a:ext uri="{FF2B5EF4-FFF2-40B4-BE49-F238E27FC236}">
                <a16:creationId xmlns:a16="http://schemas.microsoft.com/office/drawing/2014/main" id="{09332F2A-AF1E-7A2E-F872-24CEC59A2C2B}"/>
              </a:ext>
            </a:extLst>
          </p:cNvPr>
          <p:cNvCxnSpPr>
            <a:cxnSpLocks/>
          </p:cNvCxnSpPr>
          <p:nvPr/>
        </p:nvCxnSpPr>
        <p:spPr>
          <a:xfrm>
            <a:off x="464346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041477D-FCE4-BE8D-ED72-1A4C8D664981}"/>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340956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319627-2791-E32D-91B0-857B27F822FB}"/>
              </a:ext>
            </a:extLst>
          </p:cNvPr>
          <p:cNvSpPr/>
          <p:nvPr/>
        </p:nvSpPr>
        <p:spPr>
          <a:xfrm>
            <a:off x="0" y="0"/>
            <a:ext cx="1219200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34473"/>
            <a:ext cx="11122508" cy="1993399"/>
          </a:xfrm>
        </p:spPr>
        <p:txBody>
          <a:bodyPr anchor="b">
            <a:normAutofit/>
          </a:bodyPr>
          <a:lstStyle>
            <a:lvl1pPr>
              <a:defRPr sz="6000" cap="all" baseline="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199" y="3528206"/>
            <a:ext cx="11122509" cy="2754253"/>
          </a:xfr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1DBA68D7-9D7C-42B8-BD6B-A4B9C6BE522F}" type="datetime1">
              <a:rPr lang="en-US" smtClean="0"/>
              <a:t>1/20/26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11" name="Straight Connector 10">
            <a:extLst>
              <a:ext uri="{FF2B5EF4-FFF2-40B4-BE49-F238E27FC236}">
                <a16:creationId xmlns:a16="http://schemas.microsoft.com/office/drawing/2014/main" id="{E2128EF9-7F8A-2F1B-41F7-2CA02A35CCA7}"/>
              </a:ext>
            </a:extLst>
          </p:cNvPr>
          <p:cNvCxnSpPr>
            <a:cxnSpLocks/>
          </p:cNvCxnSpPr>
          <p:nvPr/>
        </p:nvCxnSpPr>
        <p:spPr>
          <a:xfrm flipH="1">
            <a:off x="0" y="3191402"/>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1477608"/>
      </p:ext>
    </p:extLst>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Conclusion 2">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7CD7571-736E-B4CB-34E0-C8B31B5A98C2}"/>
              </a:ext>
            </a:extLst>
          </p:cNvPr>
          <p:cNvSpPr/>
          <p:nvPr/>
        </p:nvSpPr>
        <p:spPr>
          <a:xfrm>
            <a:off x="0" y="0"/>
            <a:ext cx="1219200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34473"/>
            <a:ext cx="6768193" cy="1993399"/>
          </a:xfrm>
        </p:spPr>
        <p:txBody>
          <a:bodyPr anchor="b">
            <a:normAutofit/>
          </a:bodyPr>
          <a:lstStyle>
            <a:lvl1pPr>
              <a:defRPr sz="6000" cap="all" baseline="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0" y="3528206"/>
            <a:ext cx="6768193" cy="1794899"/>
          </a:xfr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1F39104F-A6E3-4FB2-902A-A12FD9746726}" type="datetime1">
              <a:rPr lang="en-US" smtClean="0"/>
              <a:t>1/20/26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11" name="Straight Connector 10">
            <a:extLst>
              <a:ext uri="{FF2B5EF4-FFF2-40B4-BE49-F238E27FC236}">
                <a16:creationId xmlns:a16="http://schemas.microsoft.com/office/drawing/2014/main" id="{E2128EF9-7F8A-2F1B-41F7-2CA02A35CCA7}"/>
              </a:ext>
            </a:extLst>
          </p:cNvPr>
          <p:cNvCxnSpPr>
            <a:cxnSpLocks/>
          </p:cNvCxnSpPr>
          <p:nvPr/>
        </p:nvCxnSpPr>
        <p:spPr>
          <a:xfrm flipH="1">
            <a:off x="0" y="3191402"/>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5089216"/>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cSld name="1_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24091" y="354723"/>
            <a:ext cx="6541852" cy="1166961"/>
          </a:xfrm>
        </p:spPr>
        <p:txBody>
          <a:bodyPr anchor="b">
            <a:normAutofit/>
          </a:bodyPr>
          <a:lstStyle>
            <a:lvl1pPr>
              <a:defRPr sz="2900"/>
            </a:lvl1pPr>
          </a:lstStyle>
          <a:p>
            <a:r>
              <a:rPr lang="en-US"/>
              <a:t>Click to edit Master title style</a:t>
            </a:r>
            <a:endParaRPr lang="en-US" dirty="0"/>
          </a:p>
        </p:txBody>
      </p:sp>
      <p:sp>
        <p:nvSpPr>
          <p:cNvPr id="13" name="Picture Placeholder 9">
            <a:extLst>
              <a:ext uri="{FF2B5EF4-FFF2-40B4-BE49-F238E27FC236}">
                <a16:creationId xmlns:a16="http://schemas.microsoft.com/office/drawing/2014/main" id="{97FDA96D-AA5A-6D0C-6AE7-4FCE06AA3EE8}"/>
              </a:ext>
            </a:extLst>
          </p:cNvPr>
          <p:cNvSpPr>
            <a:spLocks noGrp="1"/>
          </p:cNvSpPr>
          <p:nvPr>
            <p:ph type="pic" sz="quarter" idx="15" hasCustomPrompt="1"/>
          </p:nvPr>
        </p:nvSpPr>
        <p:spPr>
          <a:xfrm>
            <a:off x="1" y="0"/>
            <a:ext cx="4341253" cy="6858000"/>
          </a:xfrm>
          <a:custGeom>
            <a:avLst/>
            <a:gdLst>
              <a:gd name="connsiteX0" fmla="*/ 0 w 4341253"/>
              <a:gd name="connsiteY0" fmla="*/ 0 h 6858000"/>
              <a:gd name="connsiteX1" fmla="*/ 4052798 w 4341253"/>
              <a:gd name="connsiteY1" fmla="*/ 0 h 6858000"/>
              <a:gd name="connsiteX2" fmla="*/ 4052798 w 4341253"/>
              <a:gd name="connsiteY2" fmla="*/ 338 h 6858000"/>
              <a:gd name="connsiteX3" fmla="*/ 4256003 w 4341253"/>
              <a:gd name="connsiteY3" fmla="*/ 2 h 6858000"/>
              <a:gd name="connsiteX4" fmla="*/ 4339584 w 4341253"/>
              <a:gd name="connsiteY4" fmla="*/ 6037381 h 6858000"/>
              <a:gd name="connsiteX5" fmla="*/ 4325193 w 4341253"/>
              <a:gd name="connsiteY5" fmla="*/ 6858000 h 6858000"/>
              <a:gd name="connsiteX6" fmla="*/ 0 w 434125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1253" h="6858000">
                <a:moveTo>
                  <a:pt x="0" y="0"/>
                </a:moveTo>
                <a:lnTo>
                  <a:pt x="4052798" y="0"/>
                </a:lnTo>
                <a:lnTo>
                  <a:pt x="4052798" y="338"/>
                </a:lnTo>
                <a:lnTo>
                  <a:pt x="4256003" y="2"/>
                </a:lnTo>
                <a:cubicBezTo>
                  <a:pt x="4254971" y="1994413"/>
                  <a:pt x="4355290" y="4089505"/>
                  <a:pt x="4339584" y="6037381"/>
                </a:cubicBezTo>
                <a:lnTo>
                  <a:pt x="4325193"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F87E86C6-79F4-0A7E-BAEF-C8BA637F72D5}"/>
              </a:ext>
            </a:extLst>
          </p:cNvPr>
          <p:cNvSpPr>
            <a:spLocks noGrp="1"/>
          </p:cNvSpPr>
          <p:nvPr>
            <p:ph sz="quarter" idx="14"/>
          </p:nvPr>
        </p:nvSpPr>
        <p:spPr>
          <a:xfrm>
            <a:off x="5124450" y="1701800"/>
            <a:ext cx="6542088"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24091"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641089" y="6356350"/>
            <a:ext cx="1570250" cy="365125"/>
          </a:xfrm>
        </p:spPr>
        <p:txBody>
          <a:bodyPr/>
          <a:lstStyle/>
          <a:p>
            <a:fld id="{DE0C4980-27E8-4C63-986F-653C2548855D}" type="datetime1">
              <a:rPr lang="en-US" smtClean="0"/>
              <a:t>1/20/26</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418864218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57148D-D60C-3359-4AC2-15A43E221742}"/>
              </a:ext>
            </a:extLst>
          </p:cNvPr>
          <p:cNvSpPr>
            <a:spLocks noGrp="1"/>
          </p:cNvSpPr>
          <p:nvPr>
            <p:ph type="title"/>
          </p:nvPr>
        </p:nvSpPr>
        <p:spPr>
          <a:xfrm>
            <a:off x="457200" y="533401"/>
            <a:ext cx="10515600" cy="115728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1A8731C-FCAE-A05A-5A11-57005B86ABD4}"/>
              </a:ext>
            </a:extLst>
          </p:cNvPr>
          <p:cNvSpPr>
            <a:spLocks noGrp="1"/>
          </p:cNvSpPr>
          <p:nvPr>
            <p:ph type="body" idx="1"/>
          </p:nvPr>
        </p:nvSpPr>
        <p:spPr>
          <a:xfrm>
            <a:off x="457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44952E70-B2DF-717F-6373-70A688FAD82F}"/>
              </a:ext>
            </a:extLst>
          </p:cNvPr>
          <p:cNvSpPr>
            <a:spLocks noGrp="1"/>
          </p:cNvSpPr>
          <p:nvPr>
            <p:ph type="ftr" sz="quarter" idx="3"/>
          </p:nvPr>
        </p:nvSpPr>
        <p:spPr>
          <a:xfrm>
            <a:off x="457200" y="6445997"/>
            <a:ext cx="3949302" cy="365125"/>
          </a:xfrm>
          <a:prstGeom prst="rect">
            <a:avLst/>
          </a:prstGeom>
        </p:spPr>
        <p:txBody>
          <a:bodyPr vert="horz" lIns="91440" tIns="45720" rIns="91440" bIns="45720" rtlCol="0" anchor="ctr"/>
          <a:lstStyle>
            <a:lvl1pPr algn="l">
              <a:defRPr sz="900">
                <a:solidFill>
                  <a:schemeClr val="tx1">
                    <a:lumMod val="95000"/>
                    <a:lumOff val="5000"/>
                  </a:schemeClr>
                </a:solidFill>
              </a:defRPr>
            </a:lvl1pPr>
          </a:lstStyle>
          <a:p>
            <a:r>
              <a:rPr lang="en-US"/>
              <a:t>Sample Footer Text</a:t>
            </a:r>
          </a:p>
        </p:txBody>
      </p:sp>
      <p:sp>
        <p:nvSpPr>
          <p:cNvPr id="4" name="Date Placeholder 3">
            <a:extLst>
              <a:ext uri="{FF2B5EF4-FFF2-40B4-BE49-F238E27FC236}">
                <a16:creationId xmlns:a16="http://schemas.microsoft.com/office/drawing/2014/main" id="{225215E5-6146-14C5-665E-EF04630DCB32}"/>
              </a:ext>
            </a:extLst>
          </p:cNvPr>
          <p:cNvSpPr>
            <a:spLocks noGrp="1"/>
          </p:cNvSpPr>
          <p:nvPr>
            <p:ph type="dt" sz="half" idx="2"/>
          </p:nvPr>
        </p:nvSpPr>
        <p:spPr>
          <a:xfrm>
            <a:off x="9737594" y="6445997"/>
            <a:ext cx="1842115" cy="365125"/>
          </a:xfrm>
          <a:prstGeom prst="rect">
            <a:avLst/>
          </a:prstGeom>
        </p:spPr>
        <p:txBody>
          <a:bodyPr vert="horz" lIns="91440" tIns="45720" rIns="91440" bIns="45720" rtlCol="0" anchor="ctr"/>
          <a:lstStyle>
            <a:lvl1pPr algn="r">
              <a:defRPr sz="900">
                <a:solidFill>
                  <a:schemeClr val="tx1">
                    <a:lumMod val="95000"/>
                    <a:lumOff val="5000"/>
                  </a:schemeClr>
                </a:solidFill>
              </a:defRPr>
            </a:lvl1pPr>
          </a:lstStyle>
          <a:p>
            <a:fld id="{56D64244-A3D4-4B68-87F0-779EEA0C37FE}" type="datetime1">
              <a:rPr lang="en-US" smtClean="0"/>
              <a:t>1/20/26</a:t>
            </a:fld>
            <a:endParaRPr lang="en-US"/>
          </a:p>
        </p:txBody>
      </p:sp>
      <p:sp>
        <p:nvSpPr>
          <p:cNvPr id="6" name="Slide Number Placeholder 5">
            <a:extLst>
              <a:ext uri="{FF2B5EF4-FFF2-40B4-BE49-F238E27FC236}">
                <a16:creationId xmlns:a16="http://schemas.microsoft.com/office/drawing/2014/main" id="{20E8FA3A-8706-3F4B-41CC-B024431F6200}"/>
              </a:ext>
            </a:extLst>
          </p:cNvPr>
          <p:cNvSpPr>
            <a:spLocks noGrp="1"/>
          </p:cNvSpPr>
          <p:nvPr>
            <p:ph type="sldNum" sz="quarter" idx="4"/>
          </p:nvPr>
        </p:nvSpPr>
        <p:spPr>
          <a:xfrm>
            <a:off x="11734800" y="6445997"/>
            <a:ext cx="457200" cy="365125"/>
          </a:xfrm>
          <a:prstGeom prst="rect">
            <a:avLst/>
          </a:prstGeom>
        </p:spPr>
        <p:txBody>
          <a:bodyPr vert="horz" lIns="91440" tIns="45720" rIns="91440" bIns="45720" rtlCol="0" anchor="ctr"/>
          <a:lstStyle>
            <a:lvl1pPr algn="ctr">
              <a:defRPr sz="900">
                <a:solidFill>
                  <a:schemeClr val="tx1">
                    <a:lumMod val="95000"/>
                    <a:lumOff val="5000"/>
                  </a:schemeClr>
                </a:solidFill>
              </a:defRPr>
            </a:lvl1pPr>
          </a:lstStyle>
          <a:p>
            <a:fld id="{DDF60B60-82CA-4BB9-BA6E-A62FADF2374B}" type="slidenum">
              <a:rPr lang="en-US" smtClean="0"/>
              <a:t>‹#›</a:t>
            </a:fld>
            <a:endParaRPr lang="en-US"/>
          </a:p>
        </p:txBody>
      </p:sp>
    </p:spTree>
    <p:extLst>
      <p:ext uri="{BB962C8B-B14F-4D97-AF65-F5344CB8AC3E}">
        <p14:creationId xmlns:p14="http://schemas.microsoft.com/office/powerpoint/2010/main" val="2857678996"/>
      </p:ext>
    </p:extLst>
  </p:cSld>
  <p:clrMap bg1="lt1" tx1="dk1" bg2="lt2" tx2="dk2" accent1="accent1" accent2="accent2" accent3="accent3" accent4="accent4" accent5="accent5" accent6="accent6" hlink="hlink" folHlink="folHlink"/>
  <p:sldLayoutIdLst>
    <p:sldLayoutId id="2147483666" r:id="rId1"/>
    <p:sldLayoutId id="2147483662" r:id="rId2"/>
    <p:sldLayoutId id="2147483661" r:id="rId3"/>
    <p:sldLayoutId id="2147483663" r:id="rId4"/>
    <p:sldLayoutId id="2147483665" r:id="rId5"/>
    <p:sldLayoutId id="2147483667"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710" r:id="rId48"/>
    <p:sldLayoutId id="2147483711" r:id="rId49"/>
    <p:sldLayoutId id="2147483712" r:id="rId50"/>
    <p:sldLayoutId id="2147483713" r:id="rId51"/>
    <p:sldLayoutId id="2147483714" r:id="rId52"/>
    <p:sldLayoutId id="2147483715" r:id="rId53"/>
    <p:sldLayoutId id="2147483716" r:id="rId54"/>
    <p:sldLayoutId id="2147483717" r:id="rId55"/>
    <p:sldLayoutId id="2147483718" r:id="rId56"/>
    <p:sldLayoutId id="2147483719" r:id="rId57"/>
    <p:sldLayoutId id="2147483720" r:id="rId58"/>
  </p:sldLayoutIdLst>
  <p:hf hdr="0"/>
  <p:txStyles>
    <p:titleStyle>
      <a:lvl1pPr algn="l" defTabSz="914400" rtl="0" eaLnBrk="1" latinLnBrk="0" hangingPunct="1">
        <a:lnSpc>
          <a:spcPct val="90000"/>
        </a:lnSpc>
        <a:spcBef>
          <a:spcPct val="0"/>
        </a:spcBef>
        <a:buNone/>
        <a:defRPr sz="320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08">
          <p15:clr>
            <a:srgbClr val="F26B43"/>
          </p15:clr>
        </p15:guide>
        <p15:guide id="3" pos="4872">
          <p15:clr>
            <a:srgbClr val="F26B43"/>
          </p15:clr>
        </p15:guide>
        <p15:guide id="4" pos="5160">
          <p15:clr>
            <a:srgbClr val="F26B43"/>
          </p15:clr>
        </p15:guide>
        <p15:guide id="5" pos="2520">
          <p15:clr>
            <a:srgbClr val="F26B43"/>
          </p15:clr>
        </p15:guide>
        <p15:guide id="6" pos="45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58.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6.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6758-4027-E3E8-14F4-E962D1103429}"/>
              </a:ext>
            </a:extLst>
          </p:cNvPr>
          <p:cNvSpPr>
            <a:spLocks noGrp="1"/>
          </p:cNvSpPr>
          <p:nvPr>
            <p:ph type="ctrTitle"/>
          </p:nvPr>
        </p:nvSpPr>
        <p:spPr>
          <a:xfrm>
            <a:off x="7772445" y="1480212"/>
            <a:ext cx="3849131" cy="2871351"/>
          </a:xfrm>
        </p:spPr>
        <p:txBody>
          <a:bodyPr anchor="ctr">
            <a:normAutofit/>
          </a:bodyPr>
          <a:lstStyle/>
          <a:p>
            <a:r>
              <a:rPr lang="en-US" dirty="0"/>
              <a:t>Manufacturing Systems</a:t>
            </a:r>
          </a:p>
        </p:txBody>
      </p:sp>
      <p:sp>
        <p:nvSpPr>
          <p:cNvPr id="3" name="Subtitle 2">
            <a:extLst>
              <a:ext uri="{FF2B5EF4-FFF2-40B4-BE49-F238E27FC236}">
                <a16:creationId xmlns:a16="http://schemas.microsoft.com/office/drawing/2014/main" id="{7997DCA0-06CB-E118-1667-EE276D74E754}"/>
              </a:ext>
            </a:extLst>
          </p:cNvPr>
          <p:cNvSpPr>
            <a:spLocks noGrp="1"/>
          </p:cNvSpPr>
          <p:nvPr>
            <p:ph type="subTitle" idx="1"/>
          </p:nvPr>
        </p:nvSpPr>
        <p:spPr>
          <a:xfrm>
            <a:off x="7772446" y="5410440"/>
            <a:ext cx="3849128" cy="1068207"/>
          </a:xfrm>
        </p:spPr>
        <p:txBody>
          <a:bodyPr anchor="ctr">
            <a:normAutofit/>
          </a:bodyPr>
          <a:lstStyle/>
          <a:p>
            <a:r>
              <a:rPr lang="en-US"/>
              <a:t>Exploring production methods in Pakistan's industries</a:t>
            </a:r>
          </a:p>
        </p:txBody>
      </p:sp>
      <p:pic>
        <p:nvPicPr>
          <p:cNvPr id="7" name="Picture 6" descr="Close up and shallow depth of field view of convey chains used on a food processing assembly line.">
            <a:extLst>
              <a:ext uri="{FF2B5EF4-FFF2-40B4-BE49-F238E27FC236}">
                <a16:creationId xmlns:a16="http://schemas.microsoft.com/office/drawing/2014/main" id="{C86D3E0E-0FB2-4576-B5C2-5DD992C37E6B}"/>
              </a:ext>
            </a:extLst>
          </p:cNvPr>
          <p:cNvPicPr>
            <a:picLocks noChangeAspect="1"/>
          </p:cNvPicPr>
          <p:nvPr/>
        </p:nvPicPr>
        <p:blipFill>
          <a:blip r:embed="rId3"/>
          <a:srcRect l="9073" r="21346" b="-1"/>
          <a:stretch>
            <a:fillRect/>
          </a:stretch>
        </p:blipFill>
        <p:spPr>
          <a:xfrm>
            <a:off x="20" y="10"/>
            <a:ext cx="7204394" cy="6859624"/>
          </a:xfrm>
          <a:prstGeom prst="rect">
            <a:avLst/>
          </a:prstGeom>
        </p:spPr>
      </p:pic>
      <p:sp>
        <p:nvSpPr>
          <p:cNvPr id="4" name="Footer Placeholder 3">
            <a:extLst>
              <a:ext uri="{FF2B5EF4-FFF2-40B4-BE49-F238E27FC236}">
                <a16:creationId xmlns:a16="http://schemas.microsoft.com/office/drawing/2014/main" id="{6AC5D2E4-EC73-713C-15EC-F461E777C8F5}"/>
              </a:ext>
            </a:extLst>
          </p:cNvPr>
          <p:cNvSpPr>
            <a:spLocks noGrp="1"/>
          </p:cNvSpPr>
          <p:nvPr>
            <p:ph type="ftr" sz="quarter" idx="11"/>
          </p:nvPr>
        </p:nvSpPr>
        <p:spPr>
          <a:xfrm>
            <a:off x="7429501" y="6445997"/>
            <a:ext cx="2955465" cy="365125"/>
          </a:xfrm>
        </p:spPr>
        <p:txBody>
          <a:bodyPr anchor="ctr">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1DAA678D-23E5-0337-01D2-6E3597C85A17}"/>
              </a:ext>
            </a:extLst>
          </p:cNvPr>
          <p:cNvSpPr>
            <a:spLocks noGrp="1"/>
          </p:cNvSpPr>
          <p:nvPr>
            <p:ph type="dt" sz="half" idx="10"/>
          </p:nvPr>
        </p:nvSpPr>
        <p:spPr>
          <a:xfrm>
            <a:off x="10226650" y="6445997"/>
            <a:ext cx="1353059" cy="365125"/>
          </a:xfrm>
        </p:spPr>
        <p:txBody>
          <a:bodyPr anchor="ctr">
            <a:normAutofit/>
          </a:bodyPr>
          <a:lstStyle/>
          <a:p>
            <a:pPr>
              <a:spcAft>
                <a:spcPts val="600"/>
              </a:spcAft>
            </a:pPr>
            <a:fld id="{8A278C13-F8B8-4237-9811-6A882F130BDA}" type="datetime1">
              <a:rPr lang="en-US" smtClean="0"/>
              <a:pPr>
                <a:spcAft>
                  <a:spcPts val="600"/>
                </a:spcAft>
              </a:pPr>
              <a:t>1/20/26</a:t>
            </a:fld>
            <a:endParaRPr lang="en-US"/>
          </a:p>
        </p:txBody>
      </p:sp>
      <p:sp>
        <p:nvSpPr>
          <p:cNvPr id="6" name="Slide Number Placeholder 5">
            <a:extLst>
              <a:ext uri="{FF2B5EF4-FFF2-40B4-BE49-F238E27FC236}">
                <a16:creationId xmlns:a16="http://schemas.microsoft.com/office/drawing/2014/main" id="{3ED7C420-315E-91A2-978D-8F625C5D19A1}"/>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a:t>
            </a:fld>
            <a:endParaRPr lang="en-US"/>
          </a:p>
        </p:txBody>
      </p:sp>
    </p:spTree>
    <p:extLst>
      <p:ext uri="{BB962C8B-B14F-4D97-AF65-F5344CB8AC3E}">
        <p14:creationId xmlns:p14="http://schemas.microsoft.com/office/powerpoint/2010/main" val="1448219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A84E7-4146-9CEB-9672-823478DF3FAB}"/>
              </a:ext>
            </a:extLst>
          </p:cNvPr>
          <p:cNvSpPr>
            <a:spLocks noGrp="1"/>
          </p:cNvSpPr>
          <p:nvPr>
            <p:ph type="title"/>
          </p:nvPr>
        </p:nvSpPr>
        <p:spPr>
          <a:xfrm>
            <a:off x="457200" y="2968607"/>
            <a:ext cx="8932653" cy="3450568"/>
          </a:xfrm>
        </p:spPr>
        <p:txBody>
          <a:bodyPr anchor="b">
            <a:normAutofit/>
          </a:bodyPr>
          <a:lstStyle/>
          <a:p>
            <a:r>
              <a:rPr lang="en-US"/>
              <a:t>Introduction to Manufacturing Systems</a:t>
            </a:r>
          </a:p>
        </p:txBody>
      </p:sp>
      <p:sp>
        <p:nvSpPr>
          <p:cNvPr id="4" name="Footer Placeholder 3">
            <a:extLst>
              <a:ext uri="{FF2B5EF4-FFF2-40B4-BE49-F238E27FC236}">
                <a16:creationId xmlns:a16="http://schemas.microsoft.com/office/drawing/2014/main" id="{D9DA5751-761D-4675-1588-645149F61FCD}"/>
              </a:ext>
            </a:extLst>
          </p:cNvPr>
          <p:cNvSpPr>
            <a:spLocks noGrp="1"/>
          </p:cNvSpPr>
          <p:nvPr>
            <p:ph type="ftr" sz="quarter" idx="11"/>
          </p:nvPr>
        </p:nvSpPr>
        <p:spPr>
          <a:xfrm>
            <a:off x="457200" y="6445997"/>
            <a:ext cx="3751081" cy="365125"/>
          </a:xfrm>
        </p:spPr>
        <p:txBody>
          <a:bodyPr anchor="ctr">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17FE525E-72A5-0C6D-13B3-476B49FD1D45}"/>
              </a:ext>
            </a:extLst>
          </p:cNvPr>
          <p:cNvSpPr>
            <a:spLocks noGrp="1"/>
          </p:cNvSpPr>
          <p:nvPr>
            <p:ph type="dt" sz="half" idx="10"/>
          </p:nvPr>
        </p:nvSpPr>
        <p:spPr>
          <a:xfrm>
            <a:off x="9737594" y="6445997"/>
            <a:ext cx="1842115" cy="365125"/>
          </a:xfrm>
        </p:spPr>
        <p:txBody>
          <a:bodyPr anchor="ctr">
            <a:normAutofit/>
          </a:bodyPr>
          <a:lstStyle/>
          <a:p>
            <a:pPr>
              <a:spcAft>
                <a:spcPts val="600"/>
              </a:spcAft>
            </a:pPr>
            <a:fld id="{8A278C13-F8B8-4237-9811-6A882F130BDA}" type="datetime1">
              <a:rPr lang="en-US" smtClean="0"/>
              <a:pPr>
                <a:spcAft>
                  <a:spcPts val="600"/>
                </a:spcAft>
              </a:pPr>
              <a:t>1/20/26</a:t>
            </a:fld>
            <a:endParaRPr lang="en-US"/>
          </a:p>
        </p:txBody>
      </p:sp>
      <p:sp>
        <p:nvSpPr>
          <p:cNvPr id="6" name="Slide Number Placeholder 5">
            <a:extLst>
              <a:ext uri="{FF2B5EF4-FFF2-40B4-BE49-F238E27FC236}">
                <a16:creationId xmlns:a16="http://schemas.microsoft.com/office/drawing/2014/main" id="{DA1F21E2-3E98-514A-1C45-CFB471FE8534}"/>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2</a:t>
            </a:fld>
            <a:endParaRPr lang="en-US"/>
          </a:p>
        </p:txBody>
      </p:sp>
    </p:spTree>
    <p:extLst>
      <p:ext uri="{BB962C8B-B14F-4D97-AF65-F5344CB8AC3E}">
        <p14:creationId xmlns:p14="http://schemas.microsoft.com/office/powerpoint/2010/main" val="242710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FE500-292E-F9EF-9B59-08FF2F9AAD73}"/>
              </a:ext>
            </a:extLst>
          </p:cNvPr>
          <p:cNvSpPr>
            <a:spLocks noGrp="1"/>
          </p:cNvSpPr>
          <p:nvPr>
            <p:ph type="title"/>
          </p:nvPr>
        </p:nvSpPr>
        <p:spPr>
          <a:xfrm>
            <a:off x="5124091" y="354723"/>
            <a:ext cx="6541852" cy="1166961"/>
          </a:xfrm>
        </p:spPr>
        <p:txBody>
          <a:bodyPr anchor="b">
            <a:normAutofit/>
          </a:bodyPr>
          <a:lstStyle/>
          <a:p>
            <a:r>
              <a:rPr lang="en-US"/>
              <a:t>Importance and Role in Facility Design</a:t>
            </a:r>
          </a:p>
        </p:txBody>
      </p:sp>
      <p:pic>
        <p:nvPicPr>
          <p:cNvPr id="5" name="Content Placeholder 4" descr="Machine in a laboratory">
            <a:extLst>
              <a:ext uri="{FF2B5EF4-FFF2-40B4-BE49-F238E27FC236}">
                <a16:creationId xmlns:a16="http://schemas.microsoft.com/office/drawing/2014/main" id="{0973C81D-F857-4022-A5FA-9441977D75D5}"/>
              </a:ext>
            </a:extLst>
          </p:cNvPr>
          <p:cNvPicPr>
            <a:picLocks noGrp="1" noChangeAspect="1"/>
          </p:cNvPicPr>
          <p:nvPr>
            <p:ph type="pic" sz="quarter" idx="15"/>
          </p:nvPr>
        </p:nvPicPr>
        <p:blipFill>
          <a:blip r:embed="rId3"/>
          <a:srcRect l="33467" r="24279" b="-1"/>
          <a:stretch>
            <a:fillRect/>
          </a:stretch>
        </p:blipFill>
        <p:spPr>
          <a:xfrm>
            <a:off x="1" y="10"/>
            <a:ext cx="4341253" cy="6857990"/>
          </a:xfrm>
        </p:spPr>
      </p:pic>
      <p:sp>
        <p:nvSpPr>
          <p:cNvPr id="4" name="Content Placeholder 3">
            <a:extLst>
              <a:ext uri="{FF2B5EF4-FFF2-40B4-BE49-F238E27FC236}">
                <a16:creationId xmlns:a16="http://schemas.microsoft.com/office/drawing/2014/main" id="{49119650-DDBE-1C78-D725-3F0E46D09A0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24450" y="1701800"/>
            <a:ext cx="6542088" cy="4557713"/>
          </a:xfrm>
        </p:spPr>
        <p:txBody>
          <a:bodyPr>
            <a:normAutofit fontScale="92500" lnSpcReduction="10000"/>
          </a:bodyPr>
          <a:lstStyle/>
          <a:p>
            <a:pPr marL="0" indent="0">
              <a:lnSpc>
                <a:spcPct val="120000"/>
              </a:lnSpc>
              <a:spcBef>
                <a:spcPts val="2500"/>
              </a:spcBef>
              <a:buFont typeface="Arial" panose="020B0604020202020204" pitchFamily="34" charset="0"/>
              <a:buNone/>
            </a:pPr>
            <a:r>
              <a:rPr lang="en-US" b="1"/>
              <a:t>Role of Facility Design</a:t>
            </a:r>
          </a:p>
          <a:p>
            <a:pPr marL="0" lvl="1" indent="0">
              <a:lnSpc>
                <a:spcPct val="120000"/>
              </a:lnSpc>
              <a:buFont typeface="Arial" panose="020B0604020202020204" pitchFamily="34" charset="0"/>
              <a:buNone/>
            </a:pPr>
            <a:r>
              <a:t>Facility design determines the interaction between machines, workers, and material handling systems affecting productivity and efficiency.</a:t>
            </a:r>
            <a:endParaRPr lang="en-US"/>
          </a:p>
          <a:p>
            <a:pPr marL="0" indent="0">
              <a:lnSpc>
                <a:spcPct val="120000"/>
              </a:lnSpc>
              <a:spcBef>
                <a:spcPts val="2500"/>
              </a:spcBef>
              <a:buFont typeface="Arial" panose="020B0604020202020204" pitchFamily="34" charset="0"/>
              <a:buNone/>
            </a:pPr>
            <a:r>
              <a:rPr lang="en-US" b="1"/>
              <a:t>Impact of Layout on Efficiency</a:t>
            </a:r>
          </a:p>
          <a:p>
            <a:pPr marL="0" lvl="1" indent="0">
              <a:lnSpc>
                <a:spcPct val="120000"/>
              </a:lnSpc>
              <a:buFont typeface="Arial" panose="020B0604020202020204" pitchFamily="34" charset="0"/>
              <a:buNone/>
            </a:pPr>
            <a:r>
              <a:t>Poor layout causes bottlenecks and waste, while optimized layouts support lean manufacturing and just-in-time production.</a:t>
            </a:r>
            <a:endParaRPr lang="en-US"/>
          </a:p>
          <a:p>
            <a:pPr marL="0" indent="0">
              <a:lnSpc>
                <a:spcPct val="120000"/>
              </a:lnSpc>
              <a:spcBef>
                <a:spcPts val="2500"/>
              </a:spcBef>
              <a:buFont typeface="Arial" panose="020B0604020202020204" pitchFamily="34" charset="0"/>
              <a:buNone/>
            </a:pPr>
            <a:r>
              <a:rPr lang="en-US" b="1"/>
              <a:t>Integration of Modern Technologies</a:t>
            </a:r>
          </a:p>
          <a:p>
            <a:pPr marL="0" lvl="1" indent="0">
              <a:lnSpc>
                <a:spcPct val="120000"/>
              </a:lnSpc>
              <a:buFont typeface="Arial" panose="020B0604020202020204" pitchFamily="34" charset="0"/>
              <a:buNone/>
            </a:pPr>
            <a:r>
              <a:t>Automation, IT, and flexible processes enable manufacturing systems to quickly adapt to changing customer demands.</a:t>
            </a:r>
            <a:endParaRPr lang="en-US"/>
          </a:p>
          <a:p>
            <a:pPr marL="0" indent="0">
              <a:lnSpc>
                <a:spcPct val="120000"/>
              </a:lnSpc>
              <a:spcBef>
                <a:spcPts val="2500"/>
              </a:spcBef>
              <a:buFont typeface="Arial" panose="020B0604020202020204" pitchFamily="34" charset="0"/>
              <a:buNone/>
            </a:pPr>
            <a:r>
              <a:rPr lang="en-US" b="1"/>
              <a:t>Industry Example: Pakistan</a:t>
            </a:r>
          </a:p>
          <a:p>
            <a:pPr marL="0" lvl="1" indent="0">
              <a:lnSpc>
                <a:spcPct val="120000"/>
              </a:lnSpc>
              <a:buFont typeface="Arial" panose="020B0604020202020204" pitchFamily="34" charset="0"/>
              <a:buNone/>
            </a:pPr>
            <a:r>
              <a:t>Pakistani automotive and packaging industries use integrated systems combining automation and flexible cells to improve efficiency.</a:t>
            </a:r>
            <a:endParaRPr lang="en-US"/>
          </a:p>
        </p:txBody>
      </p:sp>
    </p:spTree>
    <p:extLst>
      <p:ext uri="{BB962C8B-B14F-4D97-AF65-F5344CB8AC3E}">
        <p14:creationId xmlns:p14="http://schemas.microsoft.com/office/powerpoint/2010/main" val="29984766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16034-2A2E-04B5-4A79-0CFA044CC325}"/>
              </a:ext>
            </a:extLst>
          </p:cNvPr>
          <p:cNvSpPr>
            <a:spLocks noGrp="1"/>
          </p:cNvSpPr>
          <p:nvPr>
            <p:ph type="title"/>
          </p:nvPr>
        </p:nvSpPr>
        <p:spPr>
          <a:xfrm>
            <a:off x="457199" y="377072"/>
            <a:ext cx="4958078" cy="1225485"/>
          </a:xfrm>
        </p:spPr>
        <p:txBody>
          <a:bodyPr anchor="t">
            <a:normAutofit/>
          </a:bodyPr>
          <a:lstStyle/>
          <a:p>
            <a:r>
              <a:rPr lang="en-US"/>
              <a:t>Overview and Importance of Manufacturing Systems</a:t>
            </a:r>
          </a:p>
        </p:txBody>
      </p:sp>
      <p:pic>
        <p:nvPicPr>
          <p:cNvPr id="8" name="Content Placeholder 7" descr="Machine in a laboratory">
            <a:extLst>
              <a:ext uri="{FF2B5EF4-FFF2-40B4-BE49-F238E27FC236}">
                <a16:creationId xmlns:a16="http://schemas.microsoft.com/office/drawing/2014/main" id="{B53DE6B1-DE65-418C-B3D3-44BD64E46438}"/>
              </a:ext>
            </a:extLst>
          </p:cNvPr>
          <p:cNvPicPr>
            <a:picLocks noGrp="1" noChangeAspect="1"/>
          </p:cNvPicPr>
          <p:nvPr>
            <p:ph type="pic" sz="quarter" idx="13"/>
          </p:nvPr>
        </p:nvPicPr>
        <p:blipFill>
          <a:blip r:embed="rId3"/>
          <a:srcRect l="12323" r="3137"/>
          <a:stretch>
            <a:fillRect/>
          </a:stretch>
        </p:blipFill>
        <p:spPr>
          <a:xfrm>
            <a:off x="20" y="1842182"/>
            <a:ext cx="5758152" cy="4546457"/>
          </a:xfrm>
        </p:spPr>
      </p:pic>
      <p:sp>
        <p:nvSpPr>
          <p:cNvPr id="4" name="Content Placeholder 3">
            <a:extLst>
              <a:ext uri="{FF2B5EF4-FFF2-40B4-BE49-F238E27FC236}">
                <a16:creationId xmlns:a16="http://schemas.microsoft.com/office/drawing/2014/main" id="{426C7E06-00D5-38AC-1DD2-E0AEA567551D}"/>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en-US" sz="1400" b="1"/>
              <a:t>Definition and Role</a:t>
            </a:r>
          </a:p>
          <a:p>
            <a:pPr marL="0" lvl="1" indent="0">
              <a:buFont typeface="Arial" panose="020B0604020202020204" pitchFamily="34" charset="0"/>
              <a:buNone/>
            </a:pPr>
            <a:r>
              <a:rPr lang="en-US" sz="1400"/>
              <a:t>Manufacturing systems transform raw materials into finished goods efficiently, impacting productivity and cost.</a:t>
            </a:r>
          </a:p>
          <a:p>
            <a:pPr marL="0" indent="0">
              <a:spcBef>
                <a:spcPts val="2500"/>
              </a:spcBef>
              <a:buFont typeface="Arial" panose="020B0604020202020204" pitchFamily="34" charset="0"/>
              <a:buNone/>
            </a:pPr>
            <a:r>
              <a:rPr lang="en-US" sz="1400" b="1"/>
              <a:t>Evolution and Modern Trends</a:t>
            </a:r>
          </a:p>
          <a:p>
            <a:pPr marL="0" lvl="1" indent="0">
              <a:buFont typeface="Arial" panose="020B0604020202020204" pitchFamily="34" charset="0"/>
              <a:buNone/>
            </a:pPr>
            <a:r>
              <a:rPr lang="en-US" sz="1400"/>
              <a:t>Manufacturing evolved from manual shops to automated, flexible, and lean systems to meet market demands.</a:t>
            </a:r>
          </a:p>
          <a:p>
            <a:pPr marL="0" indent="0">
              <a:spcBef>
                <a:spcPts val="2500"/>
              </a:spcBef>
              <a:buFont typeface="Arial" panose="020B0604020202020204" pitchFamily="34" charset="0"/>
              <a:buNone/>
            </a:pPr>
            <a:r>
              <a:rPr lang="en-US" sz="1400" b="1"/>
              <a:t>Integration and Examples</a:t>
            </a:r>
          </a:p>
          <a:p>
            <a:pPr marL="0" lvl="1" indent="0">
              <a:buFont typeface="Arial" panose="020B0604020202020204" pitchFamily="34" charset="0"/>
              <a:buNone/>
            </a:pPr>
            <a:r>
              <a:rPr lang="en-US" sz="1400"/>
              <a:t>Integration of layout, material handling, and information flow enhances efficiency as seen in automotive and textile industries.</a:t>
            </a:r>
          </a:p>
          <a:p>
            <a:pPr marL="0" indent="0">
              <a:spcBef>
                <a:spcPts val="2500"/>
              </a:spcBef>
              <a:buFont typeface="Arial" panose="020B0604020202020204" pitchFamily="34" charset="0"/>
              <a:buNone/>
            </a:pPr>
            <a:r>
              <a:rPr lang="en-US" sz="1400" b="1"/>
              <a:t>Adaptability and Future Focus</a:t>
            </a:r>
          </a:p>
          <a:p>
            <a:pPr marL="0" lvl="1" indent="0">
              <a:buFont typeface="Arial" panose="020B0604020202020204" pitchFamily="34" charset="0"/>
              <a:buNone/>
            </a:pPr>
            <a:r>
              <a:rPr lang="en-US" sz="1400"/>
              <a:t>Manufacturing systems must adapt with automation, real-time data, and lean principles to stay competitive and sustainable.</a:t>
            </a:r>
          </a:p>
        </p:txBody>
      </p:sp>
      <p:sp>
        <p:nvSpPr>
          <p:cNvPr id="5" name="Footer Placeholder 4">
            <a:extLst>
              <a:ext uri="{FF2B5EF4-FFF2-40B4-BE49-F238E27FC236}">
                <a16:creationId xmlns:a16="http://schemas.microsoft.com/office/drawing/2014/main" id="{73C45CF4-79D4-8D3F-0FA1-67E393FB5550}"/>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dirty="0"/>
              <a:t>Sample Footer Text</a:t>
            </a:r>
            <a:endParaRPr lang="en-US"/>
          </a:p>
        </p:txBody>
      </p:sp>
      <p:sp>
        <p:nvSpPr>
          <p:cNvPr id="6" name="Date Placeholder 5">
            <a:extLst>
              <a:ext uri="{FF2B5EF4-FFF2-40B4-BE49-F238E27FC236}">
                <a16:creationId xmlns:a16="http://schemas.microsoft.com/office/drawing/2014/main" id="{4240D3F4-A275-3DED-3AB6-F12853005A01}"/>
              </a:ext>
            </a:extLst>
          </p:cNvPr>
          <p:cNvSpPr>
            <a:spLocks noGrp="1"/>
          </p:cNvSpPr>
          <p:nvPr>
            <p:ph type="dt" sz="half" idx="10"/>
          </p:nvPr>
        </p:nvSpPr>
        <p:spPr>
          <a:xfrm>
            <a:off x="9737594" y="6445997"/>
            <a:ext cx="1842115" cy="365125"/>
          </a:xfrm>
        </p:spPr>
        <p:txBody>
          <a:bodyPr anchor="ctr">
            <a:normAutofit/>
          </a:bodyPr>
          <a:lstStyle/>
          <a:p>
            <a:pPr>
              <a:spcAft>
                <a:spcPts val="600"/>
              </a:spcAft>
            </a:pPr>
            <a:fld id="{B20F022F-161E-41B9-A1BC-CC85E43B1AF4}" type="datetime1">
              <a:rPr lang="en-US" smtClean="0"/>
              <a:pPr>
                <a:spcAft>
                  <a:spcPts val="600"/>
                </a:spcAft>
              </a:pPr>
              <a:t>1/20/26</a:t>
            </a:fld>
            <a:endParaRPr lang="en-US"/>
          </a:p>
        </p:txBody>
      </p:sp>
      <p:sp>
        <p:nvSpPr>
          <p:cNvPr id="7" name="Slide Number Placeholder 6">
            <a:extLst>
              <a:ext uri="{FF2B5EF4-FFF2-40B4-BE49-F238E27FC236}">
                <a16:creationId xmlns:a16="http://schemas.microsoft.com/office/drawing/2014/main" id="{C9AD8D46-B286-F1DF-E30B-2D21589D2405}"/>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4</a:t>
            </a:fld>
            <a:endParaRPr lang="en-US"/>
          </a:p>
        </p:txBody>
      </p:sp>
    </p:spTree>
    <p:extLst>
      <p:ext uri="{BB962C8B-B14F-4D97-AF65-F5344CB8AC3E}">
        <p14:creationId xmlns:p14="http://schemas.microsoft.com/office/powerpoint/2010/main" val="5523248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A2F98-C788-82CC-55D3-8C21632FCEF3}"/>
              </a:ext>
            </a:extLst>
          </p:cNvPr>
          <p:cNvSpPr>
            <a:spLocks noGrp="1"/>
          </p:cNvSpPr>
          <p:nvPr>
            <p:ph type="title"/>
          </p:nvPr>
        </p:nvSpPr>
        <p:spPr>
          <a:xfrm>
            <a:off x="457200" y="2968607"/>
            <a:ext cx="8932653" cy="3450568"/>
          </a:xfrm>
        </p:spPr>
        <p:txBody>
          <a:bodyPr anchor="b">
            <a:normAutofit/>
          </a:bodyPr>
          <a:lstStyle/>
          <a:p>
            <a:r>
              <a:rPr lang="en-US"/>
              <a:t>Fixed Automation Systems</a:t>
            </a:r>
          </a:p>
        </p:txBody>
      </p:sp>
      <p:sp>
        <p:nvSpPr>
          <p:cNvPr id="4" name="Footer Placeholder 3">
            <a:extLst>
              <a:ext uri="{FF2B5EF4-FFF2-40B4-BE49-F238E27FC236}">
                <a16:creationId xmlns:a16="http://schemas.microsoft.com/office/drawing/2014/main" id="{211860B6-EF0A-7E01-886A-0C5CE802AE7D}"/>
              </a:ext>
            </a:extLst>
          </p:cNvPr>
          <p:cNvSpPr>
            <a:spLocks noGrp="1"/>
          </p:cNvSpPr>
          <p:nvPr>
            <p:ph type="ftr" sz="quarter" idx="11"/>
          </p:nvPr>
        </p:nvSpPr>
        <p:spPr>
          <a:xfrm>
            <a:off x="457200" y="6445997"/>
            <a:ext cx="3751081" cy="365125"/>
          </a:xfrm>
        </p:spPr>
        <p:txBody>
          <a:bodyPr anchor="ctr">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FD420B3D-DC83-542A-B509-D75238E2AE58}"/>
              </a:ext>
            </a:extLst>
          </p:cNvPr>
          <p:cNvSpPr>
            <a:spLocks noGrp="1"/>
          </p:cNvSpPr>
          <p:nvPr>
            <p:ph type="dt" sz="half" idx="10"/>
          </p:nvPr>
        </p:nvSpPr>
        <p:spPr>
          <a:xfrm>
            <a:off x="9737594" y="6445997"/>
            <a:ext cx="1842115" cy="365125"/>
          </a:xfrm>
        </p:spPr>
        <p:txBody>
          <a:bodyPr anchor="ctr">
            <a:normAutofit/>
          </a:bodyPr>
          <a:lstStyle/>
          <a:p>
            <a:pPr>
              <a:spcAft>
                <a:spcPts val="600"/>
              </a:spcAft>
            </a:pPr>
            <a:fld id="{8A278C13-F8B8-4237-9811-6A882F130BDA}" type="datetime1">
              <a:rPr lang="en-US" smtClean="0"/>
              <a:pPr>
                <a:spcAft>
                  <a:spcPts val="600"/>
                </a:spcAft>
              </a:pPr>
              <a:t>1/20/26</a:t>
            </a:fld>
            <a:endParaRPr lang="en-US"/>
          </a:p>
        </p:txBody>
      </p:sp>
      <p:sp>
        <p:nvSpPr>
          <p:cNvPr id="6" name="Slide Number Placeholder 5">
            <a:extLst>
              <a:ext uri="{FF2B5EF4-FFF2-40B4-BE49-F238E27FC236}">
                <a16:creationId xmlns:a16="http://schemas.microsoft.com/office/drawing/2014/main" id="{F312CCA1-3E4A-5340-363E-690280867A40}"/>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5</a:t>
            </a:fld>
            <a:endParaRPr lang="en-US"/>
          </a:p>
        </p:txBody>
      </p:sp>
    </p:spTree>
    <p:extLst>
      <p:ext uri="{BB962C8B-B14F-4D97-AF65-F5344CB8AC3E}">
        <p14:creationId xmlns:p14="http://schemas.microsoft.com/office/powerpoint/2010/main" val="24196719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ECB23-5802-C216-F720-67A8E45BE861}"/>
              </a:ext>
            </a:extLst>
          </p:cNvPr>
          <p:cNvSpPr>
            <a:spLocks noGrp="1"/>
          </p:cNvSpPr>
          <p:nvPr>
            <p:ph type="title"/>
          </p:nvPr>
        </p:nvSpPr>
        <p:spPr>
          <a:xfrm>
            <a:off x="685800" y="360221"/>
            <a:ext cx="10515600" cy="1330468"/>
          </a:xfrm>
        </p:spPr>
        <p:txBody>
          <a:bodyPr anchor="b">
            <a:normAutofit/>
          </a:bodyPr>
          <a:lstStyle/>
          <a:p>
            <a:r>
              <a:rPr lang="en-US"/>
              <a:t>Transfer Lines and Hard Automation</a:t>
            </a:r>
          </a:p>
        </p:txBody>
      </p:sp>
      <p:sp>
        <p:nvSpPr>
          <p:cNvPr id="4" name="Footer Placeholder 3">
            <a:extLst>
              <a:ext uri="{FF2B5EF4-FFF2-40B4-BE49-F238E27FC236}">
                <a16:creationId xmlns:a16="http://schemas.microsoft.com/office/drawing/2014/main" id="{BD1B9A00-C01A-693B-42EA-224E183365C9}"/>
              </a:ext>
            </a:extLst>
          </p:cNvPr>
          <p:cNvSpPr>
            <a:spLocks noGrp="1"/>
          </p:cNvSpPr>
          <p:nvPr>
            <p:ph type="ftr" sz="quarter" idx="11"/>
          </p:nvPr>
        </p:nvSpPr>
        <p:spPr>
          <a:xfrm>
            <a:off x="685800" y="6445997"/>
            <a:ext cx="3949302"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428570CE-14C0-0303-D184-9CBDB01AD60C}"/>
              </a:ext>
            </a:extLst>
          </p:cNvPr>
          <p:cNvSpPr>
            <a:spLocks noGrp="1"/>
          </p:cNvSpPr>
          <p:nvPr>
            <p:ph type="dt" sz="half" idx="10"/>
          </p:nvPr>
        </p:nvSpPr>
        <p:spPr>
          <a:xfrm>
            <a:off x="9737594" y="6445997"/>
            <a:ext cx="1842115" cy="365125"/>
          </a:xfrm>
        </p:spPr>
        <p:txBody>
          <a:bodyPr anchor="ctr">
            <a:normAutofit/>
          </a:bodyPr>
          <a:lstStyle/>
          <a:p>
            <a:pPr>
              <a:spcAft>
                <a:spcPts val="600"/>
              </a:spcAft>
            </a:pPr>
            <a:fld id="{2F88F8D0-0E9B-4650-859F-69E8A62E8B3F}" type="datetime1">
              <a:rPr lang="en-US" smtClean="0"/>
              <a:pPr>
                <a:spcAft>
                  <a:spcPts val="600"/>
                </a:spcAft>
              </a:pPr>
              <a:t>1/20/26</a:t>
            </a:fld>
            <a:endParaRPr lang="en-US"/>
          </a:p>
        </p:txBody>
      </p:sp>
      <p:sp>
        <p:nvSpPr>
          <p:cNvPr id="6" name="Slide Number Placeholder 5">
            <a:extLst>
              <a:ext uri="{FF2B5EF4-FFF2-40B4-BE49-F238E27FC236}">
                <a16:creationId xmlns:a16="http://schemas.microsoft.com/office/drawing/2014/main" id="{255DC3D5-E325-20C3-8D3A-073116166FCC}"/>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6</a:t>
            </a:fld>
            <a:endParaRPr lang="en-US"/>
          </a:p>
        </p:txBody>
      </p:sp>
      <p:graphicFrame>
        <p:nvGraphicFramePr>
          <p:cNvPr id="8" name="Content Placeholder 7">
            <a:extLst>
              <a:ext uri="{FF2B5EF4-FFF2-40B4-BE49-F238E27FC236}">
                <a16:creationId xmlns:a16="http://schemas.microsoft.com/office/drawing/2014/main" id="{C9B5C527-BAEB-4540-8768-0D974C555E2B}"/>
              </a:ext>
            </a:extLst>
          </p:cNvPr>
          <p:cNvGraphicFramePr>
            <a:graphicFrameLocks noGrp="1"/>
          </p:cNvGraphicFramePr>
          <p:nvPr>
            <p:ph idx="1"/>
            <p:extLst>
              <p:ext uri="{D42A27DB-BD31-4B8C-83A1-F6EECF244321}">
                <p14:modId xmlns:p14="http://schemas.microsoft.com/office/powerpoint/2010/main" val="2589037862"/>
              </p:ext>
            </p:extLst>
          </p:nvPr>
        </p:nvGraphicFramePr>
        <p:xfrm>
          <a:off x="228600" y="1828800"/>
          <a:ext cx="7162801" cy="3818694"/>
        </p:xfrm>
        <a:graphic>
          <a:graphicData uri="http://schemas.openxmlformats.org/drawingml/2006/table">
            <a:tbl>
              <a:tblPr firstRow="1" bandRow="1">
                <a:noFill/>
                <a:tableStyleId>{5C22544A-7EE6-4342-B048-85BDC9FD1C3A}</a:tableStyleId>
              </a:tblPr>
              <a:tblGrid>
                <a:gridCol w="1870067">
                  <a:extLst>
                    <a:ext uri="{9D8B030D-6E8A-4147-A177-3AD203B41FA5}">
                      <a16:colId xmlns:a16="http://schemas.microsoft.com/office/drawing/2014/main" val="2639613862"/>
                    </a:ext>
                  </a:extLst>
                </a:gridCol>
                <a:gridCol w="2683570">
                  <a:extLst>
                    <a:ext uri="{9D8B030D-6E8A-4147-A177-3AD203B41FA5}">
                      <a16:colId xmlns:a16="http://schemas.microsoft.com/office/drawing/2014/main" val="2215267036"/>
                    </a:ext>
                  </a:extLst>
                </a:gridCol>
                <a:gridCol w="2609164">
                  <a:extLst>
                    <a:ext uri="{9D8B030D-6E8A-4147-A177-3AD203B41FA5}">
                      <a16:colId xmlns:a16="http://schemas.microsoft.com/office/drawing/2014/main" val="1916945817"/>
                    </a:ext>
                  </a:extLst>
                </a:gridCol>
              </a:tblGrid>
              <a:tr h="565482">
                <a:tc>
                  <a:txBody>
                    <a:bodyPr/>
                    <a:lstStyle/>
                    <a:p>
                      <a:pPr>
                        <a:buNone/>
                      </a:pPr>
                      <a:r>
                        <a:rPr lang="en-US" sz="2400" b="1" cap="all" spc="150">
                          <a:solidFill>
                            <a:schemeClr val="tx1"/>
                          </a:solidFill>
                        </a:rPr>
                        <a:t>Feature</a:t>
                      </a:r>
                    </a:p>
                  </a:txBody>
                  <a:tcPr marL="209729" marR="209729" marT="209729" marB="209729"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2400" b="1" cap="all" spc="150">
                          <a:solidFill>
                            <a:schemeClr val="tx1"/>
                          </a:solidFill>
                        </a:rPr>
                        <a:t>Advantages</a:t>
                      </a:r>
                    </a:p>
                  </a:txBody>
                  <a:tcPr marL="209729" marR="209729" marT="209729" marB="209729"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2400" b="1" cap="all" spc="150">
                          <a:solidFill>
                            <a:schemeClr val="tx1"/>
                          </a:solidFill>
                        </a:rPr>
                        <a:t>Disadvantages</a:t>
                      </a:r>
                    </a:p>
                  </a:txBody>
                  <a:tcPr marL="209729" marR="209729" marT="209729" marB="209729" anchor="ctr">
                    <a:lnL w="12700" cmpd="sng">
                      <a:noFill/>
                    </a:lnL>
                    <a:lnR w="12700" cmpd="sng">
                      <a:noFill/>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673410125"/>
                  </a:ext>
                </a:extLst>
              </a:tr>
              <a:tr h="720834">
                <a:tc>
                  <a:txBody>
                    <a:bodyPr/>
                    <a:lstStyle/>
                    <a:p>
                      <a:pPr>
                        <a:buNone/>
                      </a:pPr>
                      <a:r>
                        <a:rPr lang="en-US" sz="2000" b="1" cap="none" spc="0">
                          <a:solidFill>
                            <a:schemeClr val="tx1"/>
                          </a:solidFill>
                        </a:rPr>
                        <a:t>Transfer Line</a:t>
                      </a:r>
                    </a:p>
                  </a:txBody>
                  <a:tcPr marL="209729" marR="209729" marT="209729" marB="20972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000" cap="none" spc="0" dirty="0">
                          <a:solidFill>
                            <a:schemeClr val="tx1"/>
                          </a:solidFill>
                        </a:rPr>
                        <a:t>High production rate, consistent quality</a:t>
                      </a:r>
                    </a:p>
                  </a:txBody>
                  <a:tcPr marL="209729" marR="209729" marT="209729" marB="20972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000" cap="none" spc="0" dirty="0">
                          <a:solidFill>
                            <a:schemeClr val="tx1"/>
                          </a:solidFill>
                        </a:rPr>
                        <a:t>High cost, low flexibility, sensitive to breakdowns</a:t>
                      </a:r>
                    </a:p>
                  </a:txBody>
                  <a:tcPr marL="209729" marR="209729" marT="209729" marB="20972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4163737355"/>
                  </a:ext>
                </a:extLst>
              </a:tr>
              <a:tr h="720834">
                <a:tc>
                  <a:txBody>
                    <a:bodyPr/>
                    <a:lstStyle/>
                    <a:p>
                      <a:pPr>
                        <a:buNone/>
                      </a:pPr>
                      <a:r>
                        <a:rPr lang="en-US" sz="2000" b="1" cap="none" spc="0">
                          <a:solidFill>
                            <a:schemeClr val="tx1"/>
                          </a:solidFill>
                        </a:rPr>
                        <a:t>Pakistan Example</a:t>
                      </a:r>
                    </a:p>
                  </a:txBody>
                  <a:tcPr marL="209729" marR="209729" marT="209729" marB="209729"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en-US" sz="2000" cap="none" spc="0">
                          <a:solidFill>
                            <a:schemeClr val="tx1"/>
                          </a:solidFill>
                        </a:rPr>
                        <a:t>Atlas Honda engine assembly</a:t>
                      </a:r>
                    </a:p>
                  </a:txBody>
                  <a:tcPr marL="209729" marR="209729" marT="209729" marB="209729"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en-US" sz="2000" cap="none" spc="0" dirty="0">
                          <a:solidFill>
                            <a:schemeClr val="tx1"/>
                          </a:solidFill>
                        </a:rPr>
                        <a:t>Requires stable demand and skilled maintenance</a:t>
                      </a:r>
                    </a:p>
                  </a:txBody>
                  <a:tcPr marL="209729" marR="209729" marT="209729" marB="209729"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extLst>
                  <a:ext uri="{0D108BD9-81ED-4DB2-BD59-A6C34878D82A}">
                    <a16:rowId xmlns:a16="http://schemas.microsoft.com/office/drawing/2014/main" val="2095342608"/>
                  </a:ext>
                </a:extLst>
              </a:tr>
            </a:tbl>
          </a:graphicData>
        </a:graphic>
      </p:graphicFrame>
      <p:graphicFrame>
        <p:nvGraphicFramePr>
          <p:cNvPr id="7" name="Content Placeholder 4">
            <a:extLst>
              <a:ext uri="{FF2B5EF4-FFF2-40B4-BE49-F238E27FC236}">
                <a16:creationId xmlns:a16="http://schemas.microsoft.com/office/drawing/2014/main" id="{BC313A46-5E90-41D6-A5A8-DA8A5FD42607}"/>
              </a:ext>
            </a:extLst>
          </p:cNvPr>
          <p:cNvGraphicFramePr>
            <a:graphicFrameLocks/>
          </p:cNvGraphicFramePr>
          <p:nvPr>
            <p:extLst>
              <p:ext uri="{D42A27DB-BD31-4B8C-83A1-F6EECF244321}">
                <p14:modId xmlns:p14="http://schemas.microsoft.com/office/powerpoint/2010/main" val="2276809800"/>
              </p:ext>
            </p:extLst>
          </p:nvPr>
        </p:nvGraphicFramePr>
        <p:xfrm>
          <a:off x="7627706" y="1951957"/>
          <a:ext cx="4335694" cy="3683550"/>
        </p:xfrm>
        <a:graphic>
          <a:graphicData uri="http://schemas.openxmlformats.org/drawingml/2006/table">
            <a:tbl>
              <a:tblPr firstRow="1" bandRow="1">
                <a:noFill/>
                <a:tableStyleId>{5C22544A-7EE6-4342-B048-85BDC9FD1C3A}</a:tableStyleId>
              </a:tblPr>
              <a:tblGrid>
                <a:gridCol w="1331517">
                  <a:extLst>
                    <a:ext uri="{9D8B030D-6E8A-4147-A177-3AD203B41FA5}">
                      <a16:colId xmlns:a16="http://schemas.microsoft.com/office/drawing/2014/main" val="3830681814"/>
                    </a:ext>
                  </a:extLst>
                </a:gridCol>
                <a:gridCol w="1358667">
                  <a:extLst>
                    <a:ext uri="{9D8B030D-6E8A-4147-A177-3AD203B41FA5}">
                      <a16:colId xmlns:a16="http://schemas.microsoft.com/office/drawing/2014/main" val="3410650767"/>
                    </a:ext>
                  </a:extLst>
                </a:gridCol>
                <a:gridCol w="1645510">
                  <a:extLst>
                    <a:ext uri="{9D8B030D-6E8A-4147-A177-3AD203B41FA5}">
                      <a16:colId xmlns:a16="http://schemas.microsoft.com/office/drawing/2014/main" val="2990576752"/>
                    </a:ext>
                  </a:extLst>
                </a:gridCol>
              </a:tblGrid>
              <a:tr h="896264">
                <a:tc>
                  <a:txBody>
                    <a:bodyPr/>
                    <a:lstStyle/>
                    <a:p>
                      <a:pPr>
                        <a:buNone/>
                      </a:pPr>
                      <a:r>
                        <a:rPr lang="en-US" sz="1800" b="1" cap="all" spc="150">
                          <a:solidFill>
                            <a:schemeClr val="tx1"/>
                          </a:solidFill>
                        </a:rPr>
                        <a:t>Feature</a:t>
                      </a:r>
                    </a:p>
                  </a:txBody>
                  <a:tcPr marL="103420" marR="103420" marT="103420" marB="103420"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1800" b="1" cap="all" spc="150">
                          <a:solidFill>
                            <a:schemeClr val="tx1"/>
                          </a:solidFill>
                        </a:rPr>
                        <a:t>Advantage</a:t>
                      </a:r>
                    </a:p>
                  </a:txBody>
                  <a:tcPr marL="103420" marR="103420" marT="103420" marB="103420"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1800" b="1" cap="all" spc="150">
                          <a:solidFill>
                            <a:schemeClr val="tx1"/>
                          </a:solidFill>
                        </a:rPr>
                        <a:t>Disadvantage</a:t>
                      </a:r>
                    </a:p>
                  </a:txBody>
                  <a:tcPr marL="103420" marR="103420" marT="103420" marB="103420" anchor="ctr">
                    <a:lnL w="12700" cmpd="sng">
                      <a:noFill/>
                    </a:lnL>
                    <a:lnR w="12700" cmpd="sng">
                      <a:noFill/>
                    </a:lnR>
                    <a:lnT w="6350" cap="flat" cmpd="sng" algn="ctr">
                      <a:noFill/>
                      <a:prstDash val="solid"/>
                    </a:lnT>
                    <a:lnB w="19050" cap="flat" cmpd="sng" algn="ctr">
                      <a:solidFill>
                        <a:schemeClr val="accent1"/>
                      </a:solidFill>
                      <a:prstDash val="solid"/>
                    </a:lnB>
                    <a:noFill/>
                  </a:tcPr>
                </a:tc>
                <a:extLst>
                  <a:ext uri="{0D108BD9-81ED-4DB2-BD59-A6C34878D82A}">
                    <a16:rowId xmlns:a16="http://schemas.microsoft.com/office/drawing/2014/main" val="3971995133"/>
                  </a:ext>
                </a:extLst>
              </a:tr>
              <a:tr h="822397">
                <a:tc>
                  <a:txBody>
                    <a:bodyPr/>
                    <a:lstStyle/>
                    <a:p>
                      <a:pPr>
                        <a:buNone/>
                      </a:pPr>
                      <a:r>
                        <a:rPr lang="en-US" sz="1800" b="1" cap="none" spc="0">
                          <a:solidFill>
                            <a:schemeClr val="tx1"/>
                          </a:solidFill>
                        </a:rPr>
                        <a:t>High Volume</a:t>
                      </a:r>
                    </a:p>
                  </a:txBody>
                  <a:tcPr marL="103420" marR="103420" marT="103420" marB="103420"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1800" cap="none" spc="0" dirty="0">
                          <a:solidFill>
                            <a:schemeClr val="tx1"/>
                          </a:solidFill>
                        </a:rPr>
                        <a:t>Low unit cost</a:t>
                      </a:r>
                    </a:p>
                  </a:txBody>
                  <a:tcPr marL="103420" marR="103420" marT="103420" marB="103420"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1800" cap="none" spc="0" dirty="0">
                          <a:solidFill>
                            <a:schemeClr val="tx1"/>
                          </a:solidFill>
                        </a:rPr>
                        <a:t>Requires large demand</a:t>
                      </a:r>
                    </a:p>
                  </a:txBody>
                  <a:tcPr marL="103420" marR="103420" marT="103420" marB="103420"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extLst>
                  <a:ext uri="{0D108BD9-81ED-4DB2-BD59-A6C34878D82A}">
                    <a16:rowId xmlns:a16="http://schemas.microsoft.com/office/drawing/2014/main" val="3057850423"/>
                  </a:ext>
                </a:extLst>
              </a:tr>
              <a:tr h="822397">
                <a:tc>
                  <a:txBody>
                    <a:bodyPr/>
                    <a:lstStyle/>
                    <a:p>
                      <a:pPr>
                        <a:buNone/>
                      </a:pPr>
                      <a:r>
                        <a:rPr lang="en-US" sz="1800" b="1" cap="none" spc="0">
                          <a:solidFill>
                            <a:schemeClr val="tx1"/>
                          </a:solidFill>
                        </a:rPr>
                        <a:t>Automation Level</a:t>
                      </a:r>
                    </a:p>
                  </a:txBody>
                  <a:tcPr marL="103420" marR="103420" marT="103420" marB="10342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dirty="0">
                          <a:solidFill>
                            <a:schemeClr val="tx1"/>
                          </a:solidFill>
                        </a:rPr>
                        <a:t>Consistent quality</a:t>
                      </a:r>
                    </a:p>
                  </a:txBody>
                  <a:tcPr marL="103420" marR="103420" marT="103420" marB="10342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a:solidFill>
                            <a:schemeClr val="tx1"/>
                          </a:solidFill>
                        </a:rPr>
                        <a:t>High capital cost</a:t>
                      </a:r>
                    </a:p>
                  </a:txBody>
                  <a:tcPr marL="103420" marR="103420" marT="103420" marB="10342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583158784"/>
                  </a:ext>
                </a:extLst>
              </a:tr>
              <a:tr h="1142492">
                <a:tc>
                  <a:txBody>
                    <a:bodyPr/>
                    <a:lstStyle/>
                    <a:p>
                      <a:pPr>
                        <a:buNone/>
                      </a:pPr>
                      <a:r>
                        <a:rPr lang="en-US" sz="1800" b="1" cap="none" spc="0">
                          <a:solidFill>
                            <a:schemeClr val="tx1"/>
                          </a:solidFill>
                        </a:rPr>
                        <a:t>Flexibility</a:t>
                      </a:r>
                    </a:p>
                  </a:txBody>
                  <a:tcPr marL="103420" marR="103420" marT="103420" marB="103420"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1800" b="0" cap="none" spc="0" dirty="0">
                          <a:solidFill>
                            <a:schemeClr val="tx1"/>
                          </a:solidFill>
                        </a:rPr>
                        <a:t>Efficient for standard products</a:t>
                      </a:r>
                    </a:p>
                  </a:txBody>
                  <a:tcPr marL="103420" marR="103420" marT="103420" marB="103420"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1800" b="0" cap="none" spc="0" dirty="0">
                          <a:solidFill>
                            <a:schemeClr val="tx1"/>
                          </a:solidFill>
                        </a:rPr>
                        <a:t>Poor adaptability to changes</a:t>
                      </a:r>
                    </a:p>
                  </a:txBody>
                  <a:tcPr marL="103420" marR="103420" marT="103420" marB="103420"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extLst>
                  <a:ext uri="{0D108BD9-81ED-4DB2-BD59-A6C34878D82A}">
                    <a16:rowId xmlns:a16="http://schemas.microsoft.com/office/drawing/2014/main" val="4156985630"/>
                  </a:ext>
                </a:extLst>
              </a:tr>
            </a:tbl>
          </a:graphicData>
        </a:graphic>
      </p:graphicFrame>
    </p:spTree>
    <p:extLst>
      <p:ext uri="{BB962C8B-B14F-4D97-AF65-F5344CB8AC3E}">
        <p14:creationId xmlns:p14="http://schemas.microsoft.com/office/powerpoint/2010/main" val="238322598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A5E63-195D-9B50-FD67-BE768FD7D4B6}"/>
              </a:ext>
            </a:extLst>
          </p:cNvPr>
          <p:cNvSpPr>
            <a:spLocks noGrp="1"/>
          </p:cNvSpPr>
          <p:nvPr>
            <p:ph type="title"/>
          </p:nvPr>
        </p:nvSpPr>
        <p:spPr>
          <a:xfrm>
            <a:off x="457200" y="2968607"/>
            <a:ext cx="8932653" cy="3450568"/>
          </a:xfrm>
        </p:spPr>
        <p:txBody>
          <a:bodyPr anchor="b">
            <a:normAutofit/>
          </a:bodyPr>
          <a:lstStyle/>
          <a:p>
            <a:r>
              <a:rPr lang="en-US"/>
              <a:t>Flexible Manufacturing Systems (FMS)</a:t>
            </a:r>
          </a:p>
        </p:txBody>
      </p:sp>
      <p:sp>
        <p:nvSpPr>
          <p:cNvPr id="4" name="Footer Placeholder 3">
            <a:extLst>
              <a:ext uri="{FF2B5EF4-FFF2-40B4-BE49-F238E27FC236}">
                <a16:creationId xmlns:a16="http://schemas.microsoft.com/office/drawing/2014/main" id="{4CB848AD-4F4A-66F5-2D1A-33EFD1EB7EEC}"/>
              </a:ext>
            </a:extLst>
          </p:cNvPr>
          <p:cNvSpPr>
            <a:spLocks noGrp="1"/>
          </p:cNvSpPr>
          <p:nvPr>
            <p:ph type="ftr" sz="quarter" idx="11"/>
          </p:nvPr>
        </p:nvSpPr>
        <p:spPr>
          <a:xfrm>
            <a:off x="457200" y="6445997"/>
            <a:ext cx="3751081" cy="365125"/>
          </a:xfrm>
        </p:spPr>
        <p:txBody>
          <a:bodyPr anchor="ctr">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FF0551C4-5EE6-E0CC-D1FC-B3BE67E53DC1}"/>
              </a:ext>
            </a:extLst>
          </p:cNvPr>
          <p:cNvSpPr>
            <a:spLocks noGrp="1"/>
          </p:cNvSpPr>
          <p:nvPr>
            <p:ph type="dt" sz="half" idx="10"/>
          </p:nvPr>
        </p:nvSpPr>
        <p:spPr>
          <a:xfrm>
            <a:off x="9737594" y="6445997"/>
            <a:ext cx="1842115" cy="365125"/>
          </a:xfrm>
        </p:spPr>
        <p:txBody>
          <a:bodyPr anchor="ctr">
            <a:normAutofit/>
          </a:bodyPr>
          <a:lstStyle/>
          <a:p>
            <a:pPr>
              <a:spcAft>
                <a:spcPts val="600"/>
              </a:spcAft>
            </a:pPr>
            <a:fld id="{8A278C13-F8B8-4237-9811-6A882F130BDA}" type="datetime1">
              <a:rPr lang="en-US" smtClean="0"/>
              <a:pPr>
                <a:spcAft>
                  <a:spcPts val="600"/>
                </a:spcAft>
              </a:pPr>
              <a:t>1/20/26</a:t>
            </a:fld>
            <a:endParaRPr lang="en-US"/>
          </a:p>
        </p:txBody>
      </p:sp>
      <p:sp>
        <p:nvSpPr>
          <p:cNvPr id="6" name="Slide Number Placeholder 5">
            <a:extLst>
              <a:ext uri="{FF2B5EF4-FFF2-40B4-BE49-F238E27FC236}">
                <a16:creationId xmlns:a16="http://schemas.microsoft.com/office/drawing/2014/main" id="{347A1275-C8E9-CD49-B9D1-17EC3FD6E07E}"/>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7</a:t>
            </a:fld>
            <a:endParaRPr lang="en-US"/>
          </a:p>
        </p:txBody>
      </p:sp>
    </p:spTree>
    <p:extLst>
      <p:ext uri="{BB962C8B-B14F-4D97-AF65-F5344CB8AC3E}">
        <p14:creationId xmlns:p14="http://schemas.microsoft.com/office/powerpoint/2010/main" val="25159723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FC2BD-68F5-7ECB-FEF8-F708804C001A}"/>
              </a:ext>
            </a:extLst>
          </p:cNvPr>
          <p:cNvSpPr>
            <a:spLocks noGrp="1"/>
          </p:cNvSpPr>
          <p:nvPr>
            <p:ph type="title"/>
          </p:nvPr>
        </p:nvSpPr>
        <p:spPr>
          <a:xfrm>
            <a:off x="685800" y="360221"/>
            <a:ext cx="10515600" cy="1330468"/>
          </a:xfrm>
        </p:spPr>
        <p:txBody>
          <a:bodyPr anchor="b">
            <a:normAutofit/>
          </a:bodyPr>
          <a:lstStyle/>
          <a:p>
            <a:r>
              <a:rPr lang="en-US"/>
              <a:t>Concept and Design of FMS</a:t>
            </a:r>
          </a:p>
        </p:txBody>
      </p:sp>
      <p:sp>
        <p:nvSpPr>
          <p:cNvPr id="4" name="Footer Placeholder 3">
            <a:extLst>
              <a:ext uri="{FF2B5EF4-FFF2-40B4-BE49-F238E27FC236}">
                <a16:creationId xmlns:a16="http://schemas.microsoft.com/office/drawing/2014/main" id="{6DEEE799-5A9C-B445-EC23-E4AEC0093222}"/>
              </a:ext>
            </a:extLst>
          </p:cNvPr>
          <p:cNvSpPr>
            <a:spLocks noGrp="1"/>
          </p:cNvSpPr>
          <p:nvPr>
            <p:ph type="ftr" sz="quarter" idx="11"/>
          </p:nvPr>
        </p:nvSpPr>
        <p:spPr>
          <a:xfrm>
            <a:off x="685800" y="6445997"/>
            <a:ext cx="3949302"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DA2442A9-BD86-10C1-A710-3601B39F56BE}"/>
              </a:ext>
            </a:extLst>
          </p:cNvPr>
          <p:cNvSpPr>
            <a:spLocks noGrp="1"/>
          </p:cNvSpPr>
          <p:nvPr>
            <p:ph type="dt" sz="half" idx="10"/>
          </p:nvPr>
        </p:nvSpPr>
        <p:spPr>
          <a:xfrm>
            <a:off x="9737594" y="6445997"/>
            <a:ext cx="1842115" cy="365125"/>
          </a:xfrm>
        </p:spPr>
        <p:txBody>
          <a:bodyPr anchor="ctr">
            <a:normAutofit/>
          </a:bodyPr>
          <a:lstStyle/>
          <a:p>
            <a:pPr>
              <a:spcAft>
                <a:spcPts val="600"/>
              </a:spcAft>
            </a:pPr>
            <a:fld id="{2F88F8D0-0E9B-4650-859F-69E8A62E8B3F}" type="datetime1">
              <a:rPr lang="en-US" smtClean="0"/>
              <a:pPr>
                <a:spcAft>
                  <a:spcPts val="600"/>
                </a:spcAft>
              </a:pPr>
              <a:t>1/20/26</a:t>
            </a:fld>
            <a:endParaRPr lang="en-US"/>
          </a:p>
        </p:txBody>
      </p:sp>
      <p:sp>
        <p:nvSpPr>
          <p:cNvPr id="6" name="Slide Number Placeholder 5">
            <a:extLst>
              <a:ext uri="{FF2B5EF4-FFF2-40B4-BE49-F238E27FC236}">
                <a16:creationId xmlns:a16="http://schemas.microsoft.com/office/drawing/2014/main" id="{B6FC317A-C40C-4739-26CC-E6936E843EC5}"/>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8</a:t>
            </a:fld>
            <a:endParaRPr lang="en-US"/>
          </a:p>
        </p:txBody>
      </p:sp>
      <p:graphicFrame>
        <p:nvGraphicFramePr>
          <p:cNvPr id="8" name="Content Placeholder 7">
            <a:extLst>
              <a:ext uri="{FF2B5EF4-FFF2-40B4-BE49-F238E27FC236}">
                <a16:creationId xmlns:a16="http://schemas.microsoft.com/office/drawing/2014/main" id="{B092B705-144D-46E4-AE7A-41BC3BAAE218}"/>
              </a:ext>
            </a:extLst>
          </p:cNvPr>
          <p:cNvGraphicFramePr>
            <a:graphicFrameLocks noGrp="1"/>
          </p:cNvGraphicFramePr>
          <p:nvPr>
            <p:ph idx="1"/>
          </p:nvPr>
        </p:nvGraphicFramePr>
        <p:xfrm>
          <a:off x="685800" y="2368632"/>
          <a:ext cx="10515602" cy="3443992"/>
        </p:xfrm>
        <a:graphic>
          <a:graphicData uri="http://schemas.openxmlformats.org/drawingml/2006/table">
            <a:tbl>
              <a:tblPr firstRow="1" bandRow="1">
                <a:noFill/>
                <a:tableStyleId>{5C22544A-7EE6-4342-B048-85BDC9FD1C3A}</a:tableStyleId>
              </a:tblPr>
              <a:tblGrid>
                <a:gridCol w="2628901">
                  <a:extLst>
                    <a:ext uri="{9D8B030D-6E8A-4147-A177-3AD203B41FA5}">
                      <a16:colId xmlns:a16="http://schemas.microsoft.com/office/drawing/2014/main" val="1840917805"/>
                    </a:ext>
                  </a:extLst>
                </a:gridCol>
                <a:gridCol w="4078604">
                  <a:extLst>
                    <a:ext uri="{9D8B030D-6E8A-4147-A177-3AD203B41FA5}">
                      <a16:colId xmlns:a16="http://schemas.microsoft.com/office/drawing/2014/main" val="682183278"/>
                    </a:ext>
                  </a:extLst>
                </a:gridCol>
                <a:gridCol w="3808097">
                  <a:extLst>
                    <a:ext uri="{9D8B030D-6E8A-4147-A177-3AD203B41FA5}">
                      <a16:colId xmlns:a16="http://schemas.microsoft.com/office/drawing/2014/main" val="3970898742"/>
                    </a:ext>
                  </a:extLst>
                </a:gridCol>
              </a:tblGrid>
              <a:tr h="917725">
                <a:tc>
                  <a:txBody>
                    <a:bodyPr/>
                    <a:lstStyle/>
                    <a:p>
                      <a:pPr>
                        <a:buNone/>
                      </a:pPr>
                      <a:r>
                        <a:rPr lang="en-US" sz="2600" b="1" cap="all" spc="150">
                          <a:solidFill>
                            <a:schemeClr val="tx1"/>
                          </a:solidFill>
                        </a:rPr>
                        <a:t>Company</a:t>
                      </a:r>
                    </a:p>
                  </a:txBody>
                  <a:tcPr marL="226910" marR="226910" marT="226910" marB="226910"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2600" b="1" cap="all" spc="150">
                          <a:solidFill>
                            <a:schemeClr val="tx1"/>
                          </a:solidFill>
                        </a:rPr>
                        <a:t>Application</a:t>
                      </a:r>
                    </a:p>
                  </a:txBody>
                  <a:tcPr marL="226910" marR="226910" marT="226910" marB="226910"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2600" b="1" cap="all" spc="150">
                          <a:solidFill>
                            <a:schemeClr val="tx1"/>
                          </a:solidFill>
                        </a:rPr>
                        <a:t>FMS Feature</a:t>
                      </a:r>
                    </a:p>
                  </a:txBody>
                  <a:tcPr marL="226910" marR="226910" marT="226910" marB="226910" anchor="ctr">
                    <a:lnL w="12700" cmpd="sng">
                      <a:noFill/>
                    </a:lnL>
                    <a:lnR w="12700" cmpd="sng">
                      <a:noFill/>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3522679937"/>
                  </a:ext>
                </a:extLst>
              </a:tr>
              <a:tr h="842089">
                <a:tc>
                  <a:txBody>
                    <a:bodyPr/>
                    <a:lstStyle/>
                    <a:p>
                      <a:pPr>
                        <a:buNone/>
                      </a:pPr>
                      <a:r>
                        <a:rPr lang="en-US" sz="2200" b="1" cap="none" spc="0">
                          <a:solidFill>
                            <a:schemeClr val="tx1"/>
                          </a:solidFill>
                        </a:rPr>
                        <a:t>Pak Suzuki</a:t>
                      </a:r>
                    </a:p>
                  </a:txBody>
                  <a:tcPr marL="226910" marR="226910" marT="226910" marB="22691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200" cap="none" spc="0">
                          <a:solidFill>
                            <a:schemeClr val="tx1"/>
                          </a:solidFill>
                        </a:rPr>
                        <a:t>Flexible welding &amp; assembly</a:t>
                      </a:r>
                    </a:p>
                  </a:txBody>
                  <a:tcPr marL="226910" marR="226910" marT="226910" marB="22691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200" cap="none" spc="0">
                          <a:solidFill>
                            <a:schemeClr val="tx1"/>
                          </a:solidFill>
                        </a:rPr>
                        <a:t>Quick model changeovers</a:t>
                      </a:r>
                    </a:p>
                  </a:txBody>
                  <a:tcPr marL="226910" marR="226910" marT="226910" marB="22691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271476188"/>
                  </a:ext>
                </a:extLst>
              </a:tr>
              <a:tr h="842089">
                <a:tc>
                  <a:txBody>
                    <a:bodyPr/>
                    <a:lstStyle/>
                    <a:p>
                      <a:pPr>
                        <a:buNone/>
                      </a:pPr>
                      <a:r>
                        <a:rPr lang="en-US" sz="2200" b="1" cap="none" spc="0">
                          <a:solidFill>
                            <a:schemeClr val="tx1"/>
                          </a:solidFill>
                        </a:rPr>
                        <a:t>Atlas Honda</a:t>
                      </a:r>
                    </a:p>
                  </a:txBody>
                  <a:tcPr marL="226910" marR="226910" marT="226910" marB="22691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200" cap="none" spc="0">
                          <a:solidFill>
                            <a:schemeClr val="tx1"/>
                          </a:solidFill>
                        </a:rPr>
                        <a:t>CNC machining cells</a:t>
                      </a:r>
                    </a:p>
                  </a:txBody>
                  <a:tcPr marL="226910" marR="226910" marT="226910" marB="22691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200" cap="none" spc="0">
                          <a:solidFill>
                            <a:schemeClr val="tx1"/>
                          </a:solidFill>
                        </a:rPr>
                        <a:t>Automated tool changes</a:t>
                      </a:r>
                    </a:p>
                  </a:txBody>
                  <a:tcPr marL="226910" marR="226910" marT="226910" marB="22691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4019156904"/>
                  </a:ext>
                </a:extLst>
              </a:tr>
              <a:tr h="842089">
                <a:tc>
                  <a:txBody>
                    <a:bodyPr/>
                    <a:lstStyle/>
                    <a:p>
                      <a:pPr>
                        <a:buNone/>
                      </a:pPr>
                      <a:r>
                        <a:rPr lang="en-US" sz="2200" b="1" cap="none" spc="0">
                          <a:solidFill>
                            <a:schemeClr val="tx1"/>
                          </a:solidFill>
                        </a:rPr>
                        <a:t>Packages Ltd.</a:t>
                      </a:r>
                    </a:p>
                  </a:txBody>
                  <a:tcPr marL="226910" marR="226910" marT="226910" marB="226910"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en-US" sz="2200" cap="none" spc="0">
                          <a:solidFill>
                            <a:schemeClr val="tx1"/>
                          </a:solidFill>
                        </a:rPr>
                        <a:t>Packaging production</a:t>
                      </a:r>
                    </a:p>
                  </a:txBody>
                  <a:tcPr marL="226910" marR="226910" marT="226910" marB="226910"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en-US" sz="2200" cap="none" spc="0">
                          <a:solidFill>
                            <a:schemeClr val="tx1"/>
                          </a:solidFill>
                        </a:rPr>
                        <a:t>Mixed-model capability</a:t>
                      </a:r>
                    </a:p>
                  </a:txBody>
                  <a:tcPr marL="226910" marR="226910" marT="226910" marB="226910"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extLst>
                  <a:ext uri="{0D108BD9-81ED-4DB2-BD59-A6C34878D82A}">
                    <a16:rowId xmlns:a16="http://schemas.microsoft.com/office/drawing/2014/main" val="1479864390"/>
                  </a:ext>
                </a:extLst>
              </a:tr>
            </a:tbl>
          </a:graphicData>
        </a:graphic>
      </p:graphicFrame>
    </p:spTree>
    <p:extLst>
      <p:ext uri="{BB962C8B-B14F-4D97-AF65-F5344CB8AC3E}">
        <p14:creationId xmlns:p14="http://schemas.microsoft.com/office/powerpoint/2010/main" val="115461599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27C4B-EE7E-ADB0-F2FA-320858A58759}"/>
              </a:ext>
            </a:extLst>
          </p:cNvPr>
          <p:cNvSpPr>
            <a:spLocks noGrp="1"/>
          </p:cNvSpPr>
          <p:nvPr>
            <p:ph type="title"/>
          </p:nvPr>
        </p:nvSpPr>
        <p:spPr>
          <a:xfrm>
            <a:off x="457200" y="2968607"/>
            <a:ext cx="8932653" cy="3450568"/>
          </a:xfrm>
        </p:spPr>
        <p:txBody>
          <a:bodyPr anchor="b">
            <a:normAutofit/>
          </a:bodyPr>
          <a:lstStyle/>
          <a:p>
            <a:r>
              <a:rPr lang="en-US"/>
              <a:t>Lean Principles and WIP Reduction</a:t>
            </a:r>
          </a:p>
        </p:txBody>
      </p:sp>
      <p:sp>
        <p:nvSpPr>
          <p:cNvPr id="4" name="Footer Placeholder 3">
            <a:extLst>
              <a:ext uri="{FF2B5EF4-FFF2-40B4-BE49-F238E27FC236}">
                <a16:creationId xmlns:a16="http://schemas.microsoft.com/office/drawing/2014/main" id="{6A63AE69-AAFD-B9CE-185C-8215D2239877}"/>
              </a:ext>
            </a:extLst>
          </p:cNvPr>
          <p:cNvSpPr>
            <a:spLocks noGrp="1"/>
          </p:cNvSpPr>
          <p:nvPr>
            <p:ph type="ftr" sz="quarter" idx="11"/>
          </p:nvPr>
        </p:nvSpPr>
        <p:spPr>
          <a:xfrm>
            <a:off x="457200" y="6445997"/>
            <a:ext cx="3751081" cy="365125"/>
          </a:xfrm>
        </p:spPr>
        <p:txBody>
          <a:bodyPr anchor="ctr">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E707ACD5-98B9-BE1D-60A0-A4C5EFB7D49C}"/>
              </a:ext>
            </a:extLst>
          </p:cNvPr>
          <p:cNvSpPr>
            <a:spLocks noGrp="1"/>
          </p:cNvSpPr>
          <p:nvPr>
            <p:ph type="dt" sz="half" idx="10"/>
          </p:nvPr>
        </p:nvSpPr>
        <p:spPr>
          <a:xfrm>
            <a:off x="9737594" y="6445997"/>
            <a:ext cx="1842115" cy="365125"/>
          </a:xfrm>
        </p:spPr>
        <p:txBody>
          <a:bodyPr anchor="ctr">
            <a:normAutofit/>
          </a:bodyPr>
          <a:lstStyle/>
          <a:p>
            <a:pPr>
              <a:spcAft>
                <a:spcPts val="600"/>
              </a:spcAft>
            </a:pPr>
            <a:fld id="{8A278C13-F8B8-4237-9811-6A882F130BDA}" type="datetime1">
              <a:rPr lang="en-US" smtClean="0"/>
              <a:pPr>
                <a:spcAft>
                  <a:spcPts val="600"/>
                </a:spcAft>
              </a:pPr>
              <a:t>1/20/26</a:t>
            </a:fld>
            <a:endParaRPr lang="en-US"/>
          </a:p>
        </p:txBody>
      </p:sp>
      <p:sp>
        <p:nvSpPr>
          <p:cNvPr id="6" name="Slide Number Placeholder 5">
            <a:extLst>
              <a:ext uri="{FF2B5EF4-FFF2-40B4-BE49-F238E27FC236}">
                <a16:creationId xmlns:a16="http://schemas.microsoft.com/office/drawing/2014/main" id="{5CC5BBE5-CE58-A4D7-944B-4FEE6EFE37DA}"/>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9</a:t>
            </a:fld>
            <a:endParaRPr lang="en-US"/>
          </a:p>
        </p:txBody>
      </p:sp>
    </p:spTree>
    <p:extLst>
      <p:ext uri="{BB962C8B-B14F-4D97-AF65-F5344CB8AC3E}">
        <p14:creationId xmlns:p14="http://schemas.microsoft.com/office/powerpoint/2010/main" val="5535221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D8B5E-4CDA-86C8-AF4C-569445E72EFD}"/>
              </a:ext>
            </a:extLst>
          </p:cNvPr>
          <p:cNvSpPr>
            <a:spLocks noGrp="1"/>
          </p:cNvSpPr>
          <p:nvPr>
            <p:ph type="title"/>
          </p:nvPr>
        </p:nvSpPr>
        <p:spPr>
          <a:xfrm>
            <a:off x="457199" y="377072"/>
            <a:ext cx="4958078" cy="1225485"/>
          </a:xfrm>
        </p:spPr>
        <p:txBody>
          <a:bodyPr anchor="t">
            <a:normAutofit/>
          </a:bodyPr>
          <a:lstStyle/>
          <a:p>
            <a:r>
              <a:rPr lang="en-US"/>
              <a:t>Strategies for Reducing Work-in-Process</a:t>
            </a:r>
          </a:p>
        </p:txBody>
      </p:sp>
      <p:pic>
        <p:nvPicPr>
          <p:cNvPr id="8" name="Content Placeholder 7" descr="Modern new warehouse/factory indoors">
            <a:extLst>
              <a:ext uri="{FF2B5EF4-FFF2-40B4-BE49-F238E27FC236}">
                <a16:creationId xmlns:a16="http://schemas.microsoft.com/office/drawing/2014/main" id="{5B42C6D0-865E-42CE-934D-8FD316986244}"/>
              </a:ext>
            </a:extLst>
          </p:cNvPr>
          <p:cNvPicPr>
            <a:picLocks noGrp="1" noChangeAspect="1"/>
          </p:cNvPicPr>
          <p:nvPr>
            <p:ph type="pic" sz="quarter" idx="13"/>
          </p:nvPr>
        </p:nvPicPr>
        <p:blipFill>
          <a:blip r:embed="rId3"/>
          <a:srcRect l="1526" r="15832" b="-2"/>
          <a:stretch>
            <a:fillRect/>
          </a:stretch>
        </p:blipFill>
        <p:spPr>
          <a:xfrm>
            <a:off x="20" y="1842182"/>
            <a:ext cx="5758152" cy="4546457"/>
          </a:xfrm>
        </p:spPr>
      </p:pic>
      <p:sp>
        <p:nvSpPr>
          <p:cNvPr id="4" name="Content Placeholder 3">
            <a:extLst>
              <a:ext uri="{FF2B5EF4-FFF2-40B4-BE49-F238E27FC236}">
                <a16:creationId xmlns:a16="http://schemas.microsoft.com/office/drawing/2014/main" id="{C4D201B8-E90E-0866-7C1E-8F7686A80C9E}"/>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en-US" sz="1400" b="1"/>
              <a:t>Impact of Excessive WIP</a:t>
            </a:r>
          </a:p>
          <a:p>
            <a:pPr marL="0" lvl="1" indent="0">
              <a:buFont typeface="Arial" panose="020B0604020202020204" pitchFamily="34" charset="0"/>
              <a:buNone/>
            </a:pPr>
            <a:r>
              <a:rPr lang="en-US" sz="1400"/>
              <a:t>Too much WIP causes longer cycle times, higher storage costs, and increased product damage risks.</a:t>
            </a:r>
          </a:p>
          <a:p>
            <a:pPr marL="0" indent="0">
              <a:spcBef>
                <a:spcPts val="2500"/>
              </a:spcBef>
              <a:buFont typeface="Arial" panose="020B0604020202020204" pitchFamily="34" charset="0"/>
              <a:buNone/>
            </a:pPr>
            <a:r>
              <a:rPr lang="en-US" sz="1400" b="1"/>
              <a:t>Lean Manufacturing Strategies</a:t>
            </a:r>
          </a:p>
          <a:p>
            <a:pPr marL="0" lvl="1" indent="0">
              <a:buFont typeface="Arial" panose="020B0604020202020204" pitchFamily="34" charset="0"/>
              <a:buNone/>
            </a:pPr>
            <a:r>
              <a:rPr lang="en-US" sz="1400"/>
              <a:t>Minimize WIP using JIT systems, optimized layout, and standardized containers for efficient handling.</a:t>
            </a:r>
          </a:p>
          <a:p>
            <a:pPr marL="0" indent="0">
              <a:spcBef>
                <a:spcPts val="2500"/>
              </a:spcBef>
              <a:buFont typeface="Arial" panose="020B0604020202020204" pitchFamily="34" charset="0"/>
              <a:buNone/>
            </a:pPr>
            <a:r>
              <a:rPr lang="en-US" sz="1400" b="1"/>
              <a:t>Successful Applications in Pakistan</a:t>
            </a:r>
          </a:p>
          <a:p>
            <a:pPr marL="0" lvl="1" indent="0">
              <a:buFont typeface="Arial" panose="020B0604020202020204" pitchFamily="34" charset="0"/>
              <a:buNone/>
            </a:pPr>
            <a:r>
              <a:rPr lang="en-US" sz="1400"/>
              <a:t>Companies like Engro Foods, Nishat Mills, and Packages Ltd. reduced WIP improving flow and profitability.</a:t>
            </a:r>
          </a:p>
          <a:p>
            <a:pPr marL="0" indent="0">
              <a:spcBef>
                <a:spcPts val="2500"/>
              </a:spcBef>
              <a:buFont typeface="Arial" panose="020B0604020202020204" pitchFamily="34" charset="0"/>
              <a:buNone/>
            </a:pPr>
            <a:r>
              <a:rPr lang="en-US" sz="1400" b="1"/>
              <a:t>Effective WIP Control Systems</a:t>
            </a:r>
          </a:p>
          <a:p>
            <a:pPr marL="0" lvl="1" indent="0">
              <a:buFont typeface="Arial" panose="020B0604020202020204" pitchFamily="34" charset="0"/>
              <a:buNone/>
            </a:pPr>
            <a:r>
              <a:rPr lang="en-US" sz="1400"/>
              <a:t>Use pre-positioned materials, simplified handling, and visual management to increase machine availability.</a:t>
            </a:r>
          </a:p>
        </p:txBody>
      </p:sp>
      <p:sp>
        <p:nvSpPr>
          <p:cNvPr id="5" name="Footer Placeholder 4">
            <a:extLst>
              <a:ext uri="{FF2B5EF4-FFF2-40B4-BE49-F238E27FC236}">
                <a16:creationId xmlns:a16="http://schemas.microsoft.com/office/drawing/2014/main" id="{27BA7BCC-4B4B-8FAC-6481-676CFFCC879B}"/>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dirty="0"/>
              <a:t>Sample Footer Text</a:t>
            </a:r>
            <a:endParaRPr lang="en-US"/>
          </a:p>
        </p:txBody>
      </p:sp>
      <p:sp>
        <p:nvSpPr>
          <p:cNvPr id="6" name="Date Placeholder 5">
            <a:extLst>
              <a:ext uri="{FF2B5EF4-FFF2-40B4-BE49-F238E27FC236}">
                <a16:creationId xmlns:a16="http://schemas.microsoft.com/office/drawing/2014/main" id="{BF390829-FFEE-147C-F66F-19344453F99A}"/>
              </a:ext>
            </a:extLst>
          </p:cNvPr>
          <p:cNvSpPr>
            <a:spLocks noGrp="1"/>
          </p:cNvSpPr>
          <p:nvPr>
            <p:ph type="dt" sz="half" idx="10"/>
          </p:nvPr>
        </p:nvSpPr>
        <p:spPr>
          <a:xfrm>
            <a:off x="9737594" y="6445997"/>
            <a:ext cx="1842115" cy="365125"/>
          </a:xfrm>
        </p:spPr>
        <p:txBody>
          <a:bodyPr anchor="ctr">
            <a:normAutofit/>
          </a:bodyPr>
          <a:lstStyle/>
          <a:p>
            <a:pPr>
              <a:spcAft>
                <a:spcPts val="600"/>
              </a:spcAft>
            </a:pPr>
            <a:fld id="{B20F022F-161E-41B9-A1BC-CC85E43B1AF4}" type="datetime1">
              <a:rPr lang="en-US" smtClean="0"/>
              <a:pPr>
                <a:spcAft>
                  <a:spcPts val="600"/>
                </a:spcAft>
              </a:pPr>
              <a:t>1/20/26</a:t>
            </a:fld>
            <a:endParaRPr lang="en-US"/>
          </a:p>
        </p:txBody>
      </p:sp>
      <p:sp>
        <p:nvSpPr>
          <p:cNvPr id="7" name="Slide Number Placeholder 6">
            <a:extLst>
              <a:ext uri="{FF2B5EF4-FFF2-40B4-BE49-F238E27FC236}">
                <a16:creationId xmlns:a16="http://schemas.microsoft.com/office/drawing/2014/main" id="{13A160A6-A14D-2A46-D545-47FCA5B49DEF}"/>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10</a:t>
            </a:fld>
            <a:endParaRPr lang="en-US"/>
          </a:p>
        </p:txBody>
      </p:sp>
    </p:spTree>
    <p:extLst>
      <p:ext uri="{BB962C8B-B14F-4D97-AF65-F5344CB8AC3E}">
        <p14:creationId xmlns:p14="http://schemas.microsoft.com/office/powerpoint/2010/main" val="37676920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5F218-FA62-E4CC-E1CC-F30103A1F170}"/>
              </a:ext>
            </a:extLst>
          </p:cNvPr>
          <p:cNvSpPr>
            <a:spLocks noGrp="1"/>
          </p:cNvSpPr>
          <p:nvPr>
            <p:ph type="title"/>
          </p:nvPr>
        </p:nvSpPr>
        <p:spPr>
          <a:xfrm>
            <a:off x="457200" y="2968607"/>
            <a:ext cx="8932653" cy="3450568"/>
          </a:xfrm>
        </p:spPr>
        <p:txBody>
          <a:bodyPr anchor="b">
            <a:normAutofit/>
          </a:bodyPr>
          <a:lstStyle/>
          <a:p>
            <a:r>
              <a:rPr lang="en-US"/>
              <a:t>Just-in-Time Manufacturing</a:t>
            </a:r>
          </a:p>
        </p:txBody>
      </p:sp>
      <p:sp>
        <p:nvSpPr>
          <p:cNvPr id="4" name="Footer Placeholder 3">
            <a:extLst>
              <a:ext uri="{FF2B5EF4-FFF2-40B4-BE49-F238E27FC236}">
                <a16:creationId xmlns:a16="http://schemas.microsoft.com/office/drawing/2014/main" id="{24D785CC-B960-6102-4FFF-0248AC7B0C36}"/>
              </a:ext>
            </a:extLst>
          </p:cNvPr>
          <p:cNvSpPr>
            <a:spLocks noGrp="1"/>
          </p:cNvSpPr>
          <p:nvPr>
            <p:ph type="ftr" sz="quarter" idx="11"/>
          </p:nvPr>
        </p:nvSpPr>
        <p:spPr>
          <a:xfrm>
            <a:off x="457200" y="6445997"/>
            <a:ext cx="3751081" cy="365125"/>
          </a:xfrm>
        </p:spPr>
        <p:txBody>
          <a:bodyPr anchor="ctr">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5C47CCF5-F98A-E630-58D5-36D8894B53F1}"/>
              </a:ext>
            </a:extLst>
          </p:cNvPr>
          <p:cNvSpPr>
            <a:spLocks noGrp="1"/>
          </p:cNvSpPr>
          <p:nvPr>
            <p:ph type="dt" sz="half" idx="10"/>
          </p:nvPr>
        </p:nvSpPr>
        <p:spPr>
          <a:xfrm>
            <a:off x="9737594" y="6445997"/>
            <a:ext cx="1842115" cy="365125"/>
          </a:xfrm>
        </p:spPr>
        <p:txBody>
          <a:bodyPr anchor="ctr">
            <a:normAutofit/>
          </a:bodyPr>
          <a:lstStyle/>
          <a:p>
            <a:pPr>
              <a:spcAft>
                <a:spcPts val="600"/>
              </a:spcAft>
            </a:pPr>
            <a:fld id="{8A278C13-F8B8-4237-9811-6A882F130BDA}" type="datetime1">
              <a:rPr lang="en-US" smtClean="0"/>
              <a:pPr>
                <a:spcAft>
                  <a:spcPts val="600"/>
                </a:spcAft>
              </a:pPr>
              <a:t>1/20/26</a:t>
            </a:fld>
            <a:endParaRPr lang="en-US"/>
          </a:p>
        </p:txBody>
      </p:sp>
      <p:sp>
        <p:nvSpPr>
          <p:cNvPr id="6" name="Slide Number Placeholder 5">
            <a:extLst>
              <a:ext uri="{FF2B5EF4-FFF2-40B4-BE49-F238E27FC236}">
                <a16:creationId xmlns:a16="http://schemas.microsoft.com/office/drawing/2014/main" id="{57730F34-11FD-DAFA-E5E2-9DCDF2A81175}"/>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11</a:t>
            </a:fld>
            <a:endParaRPr lang="en-US"/>
          </a:p>
        </p:txBody>
      </p:sp>
    </p:spTree>
    <p:extLst>
      <p:ext uri="{BB962C8B-B14F-4D97-AF65-F5344CB8AC3E}">
        <p14:creationId xmlns:p14="http://schemas.microsoft.com/office/powerpoint/2010/main" val="37487360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A70FF-AB34-4073-AF4F-CA5E62C335E1}"/>
              </a:ext>
            </a:extLst>
          </p:cNvPr>
          <p:cNvSpPr>
            <a:spLocks noGrp="1"/>
          </p:cNvSpPr>
          <p:nvPr>
            <p:ph type="title"/>
          </p:nvPr>
        </p:nvSpPr>
        <p:spPr>
          <a:xfrm>
            <a:off x="457199" y="377072"/>
            <a:ext cx="4958078" cy="1225485"/>
          </a:xfrm>
        </p:spPr>
        <p:txBody>
          <a:bodyPr anchor="t">
            <a:normAutofit/>
          </a:bodyPr>
          <a:lstStyle/>
          <a:p>
            <a:r>
              <a:rPr lang="en-US"/>
              <a:t>JIT Philosophy and Implementation</a:t>
            </a:r>
          </a:p>
        </p:txBody>
      </p:sp>
      <p:pic>
        <p:nvPicPr>
          <p:cNvPr id="8" name="Content Placeholder 7" descr="Bottling factory - Orange juice bottling line for processing and bottling juice into bottles. Selective focus.">
            <a:extLst>
              <a:ext uri="{FF2B5EF4-FFF2-40B4-BE49-F238E27FC236}">
                <a16:creationId xmlns:a16="http://schemas.microsoft.com/office/drawing/2014/main" id="{68516821-EFB6-461D-99AC-FEF371A8FE33}"/>
              </a:ext>
            </a:extLst>
          </p:cNvPr>
          <p:cNvPicPr>
            <a:picLocks noGrp="1" noChangeAspect="1"/>
          </p:cNvPicPr>
          <p:nvPr>
            <p:ph type="pic" sz="quarter" idx="13"/>
          </p:nvPr>
        </p:nvPicPr>
        <p:blipFill>
          <a:blip r:embed="rId3"/>
          <a:srcRect l="4186" r="11274"/>
          <a:stretch>
            <a:fillRect/>
          </a:stretch>
        </p:blipFill>
        <p:spPr>
          <a:xfrm>
            <a:off x="20" y="1842182"/>
            <a:ext cx="5758152" cy="4546457"/>
          </a:xfrm>
        </p:spPr>
      </p:pic>
      <p:sp>
        <p:nvSpPr>
          <p:cNvPr id="4" name="Content Placeholder 3">
            <a:extLst>
              <a:ext uri="{FF2B5EF4-FFF2-40B4-BE49-F238E27FC236}">
                <a16:creationId xmlns:a16="http://schemas.microsoft.com/office/drawing/2014/main" id="{F88ECE46-BD36-A62E-EE65-4D219630669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en-US" sz="1400" b="1"/>
              <a:t>JIT Waste Elimination</a:t>
            </a:r>
          </a:p>
          <a:p>
            <a:pPr marL="0" lvl="1" indent="0">
              <a:buFont typeface="Arial" panose="020B0604020202020204" pitchFamily="34" charset="0"/>
              <a:buNone/>
            </a:pPr>
            <a:r>
              <a:rPr lang="en-US" sz="1400"/>
              <a:t>JIT focuses on eliminating seven types of waste including overproduction, waiting, and excess inventory to improve efficiency.</a:t>
            </a:r>
          </a:p>
          <a:p>
            <a:pPr marL="0" indent="0">
              <a:spcBef>
                <a:spcPts val="2500"/>
              </a:spcBef>
              <a:buFont typeface="Arial" panose="020B0604020202020204" pitchFamily="34" charset="0"/>
              <a:buNone/>
            </a:pPr>
            <a:r>
              <a:rPr lang="en-US" sz="1400" b="1"/>
              <a:t>Implementation Techniques</a:t>
            </a:r>
          </a:p>
          <a:p>
            <a:pPr marL="0" lvl="1" indent="0">
              <a:buFont typeface="Arial" panose="020B0604020202020204" pitchFamily="34" charset="0"/>
              <a:buNone/>
            </a:pPr>
            <a:r>
              <a:rPr lang="en-US" sz="1400"/>
              <a:t>Techniques like pull systems, kanbans, small lots, quick setups, and multifunctional workers drive JIT success.</a:t>
            </a:r>
          </a:p>
          <a:p>
            <a:pPr marL="0" indent="0">
              <a:spcBef>
                <a:spcPts val="2500"/>
              </a:spcBef>
              <a:buFont typeface="Arial" panose="020B0604020202020204" pitchFamily="34" charset="0"/>
              <a:buNone/>
            </a:pPr>
            <a:r>
              <a:rPr lang="en-US" sz="1400" b="1"/>
              <a:t>JIT in Pakistani Industry</a:t>
            </a:r>
          </a:p>
          <a:p>
            <a:pPr marL="0" lvl="1" indent="0">
              <a:buFont typeface="Arial" panose="020B0604020202020204" pitchFamily="34" charset="0"/>
              <a:buNone/>
            </a:pPr>
            <a:r>
              <a:rPr lang="en-US" sz="1400"/>
              <a:t>Pakistani companies like Indus Motor and Honda Atlas apply JIT to synchronize supply and reduce inventory costs.</a:t>
            </a:r>
          </a:p>
          <a:p>
            <a:pPr marL="0" indent="0">
              <a:spcBef>
                <a:spcPts val="2500"/>
              </a:spcBef>
              <a:buFont typeface="Arial" panose="020B0604020202020204" pitchFamily="34" charset="0"/>
              <a:buNone/>
            </a:pPr>
            <a:r>
              <a:rPr lang="en-US" sz="1400" b="1"/>
              <a:t>Facility Design Impact</a:t>
            </a:r>
          </a:p>
          <a:p>
            <a:pPr marL="0" lvl="1" indent="0">
              <a:buFont typeface="Arial" panose="020B0604020202020204" pitchFamily="34" charset="0"/>
              <a:buNone/>
            </a:pPr>
            <a:r>
              <a:rPr lang="en-US" sz="1400"/>
              <a:t>JIT leads to smaller storage needs, decentralized receiving docks, and streamlined layouts for continuous flow.</a:t>
            </a:r>
          </a:p>
        </p:txBody>
      </p:sp>
      <p:sp>
        <p:nvSpPr>
          <p:cNvPr id="5" name="Footer Placeholder 4">
            <a:extLst>
              <a:ext uri="{FF2B5EF4-FFF2-40B4-BE49-F238E27FC236}">
                <a16:creationId xmlns:a16="http://schemas.microsoft.com/office/drawing/2014/main" id="{9A3D612C-E67F-E15E-0E95-4A8DE1D2FFAB}"/>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dirty="0"/>
              <a:t>Sample Footer Text</a:t>
            </a:r>
            <a:endParaRPr lang="en-US"/>
          </a:p>
        </p:txBody>
      </p:sp>
      <p:sp>
        <p:nvSpPr>
          <p:cNvPr id="6" name="Date Placeholder 5">
            <a:extLst>
              <a:ext uri="{FF2B5EF4-FFF2-40B4-BE49-F238E27FC236}">
                <a16:creationId xmlns:a16="http://schemas.microsoft.com/office/drawing/2014/main" id="{3D17D016-36E0-5410-6AEA-20E1AED7FE4F}"/>
              </a:ext>
            </a:extLst>
          </p:cNvPr>
          <p:cNvSpPr>
            <a:spLocks noGrp="1"/>
          </p:cNvSpPr>
          <p:nvPr>
            <p:ph type="dt" sz="half" idx="10"/>
          </p:nvPr>
        </p:nvSpPr>
        <p:spPr>
          <a:xfrm>
            <a:off x="9737594" y="6445997"/>
            <a:ext cx="1842115" cy="365125"/>
          </a:xfrm>
        </p:spPr>
        <p:txBody>
          <a:bodyPr anchor="ctr">
            <a:normAutofit/>
          </a:bodyPr>
          <a:lstStyle/>
          <a:p>
            <a:pPr>
              <a:spcAft>
                <a:spcPts val="600"/>
              </a:spcAft>
            </a:pPr>
            <a:fld id="{B20F022F-161E-41B9-A1BC-CC85E43B1AF4}" type="datetime1">
              <a:rPr lang="en-US" smtClean="0"/>
              <a:pPr>
                <a:spcAft>
                  <a:spcPts val="600"/>
                </a:spcAft>
              </a:pPr>
              <a:t>1/20/26</a:t>
            </a:fld>
            <a:endParaRPr lang="en-US"/>
          </a:p>
        </p:txBody>
      </p:sp>
      <p:sp>
        <p:nvSpPr>
          <p:cNvPr id="7" name="Slide Number Placeholder 6">
            <a:extLst>
              <a:ext uri="{FF2B5EF4-FFF2-40B4-BE49-F238E27FC236}">
                <a16:creationId xmlns:a16="http://schemas.microsoft.com/office/drawing/2014/main" id="{9BAF3EA0-CFB7-4185-40C7-7E9C33F50E0C}"/>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12</a:t>
            </a:fld>
            <a:endParaRPr lang="en-US"/>
          </a:p>
        </p:txBody>
      </p:sp>
    </p:spTree>
    <p:extLst>
      <p:ext uri="{BB962C8B-B14F-4D97-AF65-F5344CB8AC3E}">
        <p14:creationId xmlns:p14="http://schemas.microsoft.com/office/powerpoint/2010/main" val="39335499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90281-0CE4-7220-02CC-B1B4F9865D71}"/>
              </a:ext>
            </a:extLst>
          </p:cNvPr>
          <p:cNvSpPr>
            <a:spLocks noGrp="1"/>
          </p:cNvSpPr>
          <p:nvPr>
            <p:ph type="title"/>
          </p:nvPr>
        </p:nvSpPr>
        <p:spPr>
          <a:xfrm>
            <a:off x="457200" y="2968607"/>
            <a:ext cx="8932653" cy="3450568"/>
          </a:xfrm>
        </p:spPr>
        <p:txBody>
          <a:bodyPr anchor="b">
            <a:normAutofit/>
          </a:bodyPr>
          <a:lstStyle/>
          <a:p>
            <a:r>
              <a:rPr lang="en-US"/>
              <a:t>U-Shaped Flow Lines</a:t>
            </a:r>
          </a:p>
        </p:txBody>
      </p:sp>
      <p:sp>
        <p:nvSpPr>
          <p:cNvPr id="4" name="Footer Placeholder 3">
            <a:extLst>
              <a:ext uri="{FF2B5EF4-FFF2-40B4-BE49-F238E27FC236}">
                <a16:creationId xmlns:a16="http://schemas.microsoft.com/office/drawing/2014/main" id="{BC278D72-F92E-DBE2-9653-AB5DC8C78D36}"/>
              </a:ext>
            </a:extLst>
          </p:cNvPr>
          <p:cNvSpPr>
            <a:spLocks noGrp="1"/>
          </p:cNvSpPr>
          <p:nvPr>
            <p:ph type="ftr" sz="quarter" idx="11"/>
          </p:nvPr>
        </p:nvSpPr>
        <p:spPr>
          <a:xfrm>
            <a:off x="457200" y="6445997"/>
            <a:ext cx="3751081" cy="365125"/>
          </a:xfrm>
        </p:spPr>
        <p:txBody>
          <a:bodyPr anchor="ctr">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C79C23B2-D59D-D2E0-425E-9D1441C1CC51}"/>
              </a:ext>
            </a:extLst>
          </p:cNvPr>
          <p:cNvSpPr>
            <a:spLocks noGrp="1"/>
          </p:cNvSpPr>
          <p:nvPr>
            <p:ph type="dt" sz="half" idx="10"/>
          </p:nvPr>
        </p:nvSpPr>
        <p:spPr>
          <a:xfrm>
            <a:off x="9737594" y="6445997"/>
            <a:ext cx="1842115" cy="365125"/>
          </a:xfrm>
        </p:spPr>
        <p:txBody>
          <a:bodyPr anchor="ctr">
            <a:normAutofit/>
          </a:bodyPr>
          <a:lstStyle/>
          <a:p>
            <a:pPr>
              <a:spcAft>
                <a:spcPts val="600"/>
              </a:spcAft>
            </a:pPr>
            <a:fld id="{8A278C13-F8B8-4237-9811-6A882F130BDA}" type="datetime1">
              <a:rPr lang="en-US" smtClean="0"/>
              <a:pPr>
                <a:spcAft>
                  <a:spcPts val="600"/>
                </a:spcAft>
              </a:pPr>
              <a:t>1/20/26</a:t>
            </a:fld>
            <a:endParaRPr lang="en-US"/>
          </a:p>
        </p:txBody>
      </p:sp>
      <p:sp>
        <p:nvSpPr>
          <p:cNvPr id="6" name="Slide Number Placeholder 5">
            <a:extLst>
              <a:ext uri="{FF2B5EF4-FFF2-40B4-BE49-F238E27FC236}">
                <a16:creationId xmlns:a16="http://schemas.microsoft.com/office/drawing/2014/main" id="{B1D3B845-5F73-C9B2-6ECD-B98B628E163D}"/>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13</a:t>
            </a:fld>
            <a:endParaRPr lang="en-US"/>
          </a:p>
        </p:txBody>
      </p:sp>
    </p:spTree>
    <p:extLst>
      <p:ext uri="{BB962C8B-B14F-4D97-AF65-F5344CB8AC3E}">
        <p14:creationId xmlns:p14="http://schemas.microsoft.com/office/powerpoint/2010/main" val="22878759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ECCB6-3458-650C-C541-5D510DDDEBDE}"/>
              </a:ext>
            </a:extLst>
          </p:cNvPr>
          <p:cNvSpPr>
            <a:spLocks noGrp="1"/>
          </p:cNvSpPr>
          <p:nvPr>
            <p:ph type="title"/>
          </p:nvPr>
        </p:nvSpPr>
        <p:spPr>
          <a:xfrm>
            <a:off x="457199" y="377072"/>
            <a:ext cx="4958078" cy="1225485"/>
          </a:xfrm>
        </p:spPr>
        <p:txBody>
          <a:bodyPr anchor="t">
            <a:normAutofit/>
          </a:bodyPr>
          <a:lstStyle/>
          <a:p>
            <a:r>
              <a:rPr lang="en-US"/>
              <a:t>Design and Benefits of U-Shaped Lines</a:t>
            </a:r>
          </a:p>
        </p:txBody>
      </p:sp>
      <p:pic>
        <p:nvPicPr>
          <p:cNvPr id="8" name="Content Placeholder 7" descr="Car Industry">
            <a:extLst>
              <a:ext uri="{FF2B5EF4-FFF2-40B4-BE49-F238E27FC236}">
                <a16:creationId xmlns:a16="http://schemas.microsoft.com/office/drawing/2014/main" id="{3BA2ADD5-7166-438E-94DD-3AF5D4F09A8B}"/>
              </a:ext>
            </a:extLst>
          </p:cNvPr>
          <p:cNvPicPr>
            <a:picLocks noGrp="1" noChangeAspect="1"/>
          </p:cNvPicPr>
          <p:nvPr>
            <p:ph type="pic" sz="quarter" idx="13"/>
          </p:nvPr>
        </p:nvPicPr>
        <p:blipFill>
          <a:blip r:embed="rId3"/>
          <a:srcRect l="21495" r="7262" b="-2"/>
          <a:stretch>
            <a:fillRect/>
          </a:stretch>
        </p:blipFill>
        <p:spPr>
          <a:xfrm>
            <a:off x="20" y="1842182"/>
            <a:ext cx="5758152" cy="4546457"/>
          </a:xfrm>
        </p:spPr>
      </p:pic>
      <p:sp>
        <p:nvSpPr>
          <p:cNvPr id="4" name="Content Placeholder 3">
            <a:extLst>
              <a:ext uri="{FF2B5EF4-FFF2-40B4-BE49-F238E27FC236}">
                <a16:creationId xmlns:a16="http://schemas.microsoft.com/office/drawing/2014/main" id="{09ECAC6A-ECD3-8A3B-33EA-C932C2E30927}"/>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en-US" sz="1400" b="1"/>
              <a:t>Enhanced Operational Efficiency</a:t>
            </a:r>
          </a:p>
          <a:p>
            <a:pPr marL="0" lvl="1" indent="0">
              <a:buFont typeface="Arial" panose="020B0604020202020204" pitchFamily="34" charset="0"/>
              <a:buNone/>
            </a:pPr>
            <a:r>
              <a:rPr lang="en-US" sz="1400"/>
              <a:t>U-shaped lines reduce walking time and enable operators to manage multiple machines efficiently, improving productivity.</a:t>
            </a:r>
          </a:p>
          <a:p>
            <a:pPr marL="0" indent="0">
              <a:spcBef>
                <a:spcPts val="2500"/>
              </a:spcBef>
              <a:buFont typeface="Arial" panose="020B0604020202020204" pitchFamily="34" charset="0"/>
              <a:buNone/>
            </a:pPr>
            <a:r>
              <a:rPr lang="en-US" sz="1400" b="1"/>
              <a:t>Lean Manufacturing Benefits</a:t>
            </a:r>
          </a:p>
          <a:p>
            <a:pPr marL="0" lvl="1" indent="0">
              <a:buFont typeface="Arial" panose="020B0604020202020204" pitchFamily="34" charset="0"/>
              <a:buNone/>
            </a:pPr>
            <a:r>
              <a:rPr lang="en-US" sz="1400"/>
              <a:t>This layout supports lean principles by reducing work-in-progress, promoting teamwork, and enabling quick schedule adjustments.</a:t>
            </a:r>
          </a:p>
          <a:p>
            <a:pPr marL="0" indent="0">
              <a:spcBef>
                <a:spcPts val="2500"/>
              </a:spcBef>
              <a:buFont typeface="Arial" panose="020B0604020202020204" pitchFamily="34" charset="0"/>
              <a:buNone/>
            </a:pPr>
            <a:r>
              <a:rPr lang="en-US" sz="1400" b="1"/>
              <a:t>Industry Applications in Pakistan</a:t>
            </a:r>
          </a:p>
          <a:p>
            <a:pPr marL="0" lvl="1" indent="0">
              <a:buFont typeface="Arial" panose="020B0604020202020204" pitchFamily="34" charset="0"/>
              <a:buNone/>
            </a:pPr>
            <a:r>
              <a:rPr lang="en-US" sz="1400"/>
              <a:t>Companies like Servis Shoes, Packages Ltd., and Sapphire Textiles use U-shaped cells to optimize production and space utilization.</a:t>
            </a:r>
          </a:p>
          <a:p>
            <a:pPr marL="0" indent="0">
              <a:spcBef>
                <a:spcPts val="2500"/>
              </a:spcBef>
              <a:buFont typeface="Arial" panose="020B0604020202020204" pitchFamily="34" charset="0"/>
              <a:buNone/>
            </a:pPr>
            <a:r>
              <a:rPr lang="en-US" sz="1400" b="1"/>
              <a:t>Design Considerations</a:t>
            </a:r>
          </a:p>
          <a:p>
            <a:pPr marL="0" lvl="1" indent="0">
              <a:buFont typeface="Arial" panose="020B0604020202020204" pitchFamily="34" charset="0"/>
              <a:buNone/>
            </a:pPr>
            <a:r>
              <a:rPr lang="en-US" sz="1400"/>
              <a:t>Effective U-shaped lines require attention to machine proximity, operator paths, and ergonomics for safety and scalability.</a:t>
            </a:r>
          </a:p>
        </p:txBody>
      </p:sp>
      <p:sp>
        <p:nvSpPr>
          <p:cNvPr id="5" name="Footer Placeholder 4">
            <a:extLst>
              <a:ext uri="{FF2B5EF4-FFF2-40B4-BE49-F238E27FC236}">
                <a16:creationId xmlns:a16="http://schemas.microsoft.com/office/drawing/2014/main" id="{67399148-183F-1CA2-7E25-D87E35F9A2FA}"/>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dirty="0"/>
              <a:t>Sample Footer Text</a:t>
            </a:r>
            <a:endParaRPr lang="en-US"/>
          </a:p>
        </p:txBody>
      </p:sp>
      <p:sp>
        <p:nvSpPr>
          <p:cNvPr id="6" name="Date Placeholder 5">
            <a:extLst>
              <a:ext uri="{FF2B5EF4-FFF2-40B4-BE49-F238E27FC236}">
                <a16:creationId xmlns:a16="http://schemas.microsoft.com/office/drawing/2014/main" id="{7A04A1C4-9EBF-4F6E-756B-4BD298BD4E20}"/>
              </a:ext>
            </a:extLst>
          </p:cNvPr>
          <p:cNvSpPr>
            <a:spLocks noGrp="1"/>
          </p:cNvSpPr>
          <p:nvPr>
            <p:ph type="dt" sz="half" idx="10"/>
          </p:nvPr>
        </p:nvSpPr>
        <p:spPr>
          <a:xfrm>
            <a:off x="9737594" y="6445997"/>
            <a:ext cx="1842115" cy="365125"/>
          </a:xfrm>
        </p:spPr>
        <p:txBody>
          <a:bodyPr anchor="ctr">
            <a:normAutofit/>
          </a:bodyPr>
          <a:lstStyle/>
          <a:p>
            <a:pPr>
              <a:spcAft>
                <a:spcPts val="600"/>
              </a:spcAft>
            </a:pPr>
            <a:fld id="{B20F022F-161E-41B9-A1BC-CC85E43B1AF4}" type="datetime1">
              <a:rPr lang="en-US" smtClean="0"/>
              <a:pPr>
                <a:spcAft>
                  <a:spcPts val="600"/>
                </a:spcAft>
              </a:pPr>
              <a:t>1/20/26</a:t>
            </a:fld>
            <a:endParaRPr lang="en-US"/>
          </a:p>
        </p:txBody>
      </p:sp>
      <p:sp>
        <p:nvSpPr>
          <p:cNvPr id="7" name="Slide Number Placeholder 6">
            <a:extLst>
              <a:ext uri="{FF2B5EF4-FFF2-40B4-BE49-F238E27FC236}">
                <a16:creationId xmlns:a16="http://schemas.microsoft.com/office/drawing/2014/main" id="{5FD2A330-F188-751C-895A-E5D0473E2F68}"/>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14</a:t>
            </a:fld>
            <a:endParaRPr lang="en-US"/>
          </a:p>
        </p:txBody>
      </p:sp>
    </p:spTree>
    <p:extLst>
      <p:ext uri="{BB962C8B-B14F-4D97-AF65-F5344CB8AC3E}">
        <p14:creationId xmlns:p14="http://schemas.microsoft.com/office/powerpoint/2010/main" val="27305301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4ACBF-6607-1A51-8832-581F29675EA8}"/>
              </a:ext>
            </a:extLst>
          </p:cNvPr>
          <p:cNvSpPr>
            <a:spLocks noGrp="1"/>
          </p:cNvSpPr>
          <p:nvPr>
            <p:ph type="title"/>
          </p:nvPr>
        </p:nvSpPr>
        <p:spPr>
          <a:xfrm>
            <a:off x="457200" y="2968607"/>
            <a:ext cx="8932653" cy="3450568"/>
          </a:xfrm>
        </p:spPr>
        <p:txBody>
          <a:bodyPr anchor="b">
            <a:normAutofit/>
          </a:bodyPr>
          <a:lstStyle/>
          <a:p>
            <a:r>
              <a:rPr lang="en-US"/>
              <a:t>Conclusion and Future Trends</a:t>
            </a:r>
          </a:p>
        </p:txBody>
      </p:sp>
      <p:sp>
        <p:nvSpPr>
          <p:cNvPr id="4" name="Footer Placeholder 3">
            <a:extLst>
              <a:ext uri="{FF2B5EF4-FFF2-40B4-BE49-F238E27FC236}">
                <a16:creationId xmlns:a16="http://schemas.microsoft.com/office/drawing/2014/main" id="{E119EA0D-5C51-54D4-A171-885A1536863B}"/>
              </a:ext>
            </a:extLst>
          </p:cNvPr>
          <p:cNvSpPr>
            <a:spLocks noGrp="1"/>
          </p:cNvSpPr>
          <p:nvPr>
            <p:ph type="ftr" sz="quarter" idx="11"/>
          </p:nvPr>
        </p:nvSpPr>
        <p:spPr>
          <a:xfrm>
            <a:off x="457200" y="6445997"/>
            <a:ext cx="3751081" cy="365125"/>
          </a:xfrm>
        </p:spPr>
        <p:txBody>
          <a:bodyPr anchor="ctr">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CAFB3AE4-3440-4174-C72C-2D38DACA9F62}"/>
              </a:ext>
            </a:extLst>
          </p:cNvPr>
          <p:cNvSpPr>
            <a:spLocks noGrp="1"/>
          </p:cNvSpPr>
          <p:nvPr>
            <p:ph type="dt" sz="half" idx="10"/>
          </p:nvPr>
        </p:nvSpPr>
        <p:spPr>
          <a:xfrm>
            <a:off x="9737594" y="6445997"/>
            <a:ext cx="1842115" cy="365125"/>
          </a:xfrm>
        </p:spPr>
        <p:txBody>
          <a:bodyPr anchor="ctr">
            <a:normAutofit/>
          </a:bodyPr>
          <a:lstStyle/>
          <a:p>
            <a:pPr>
              <a:spcAft>
                <a:spcPts val="600"/>
              </a:spcAft>
            </a:pPr>
            <a:fld id="{8A278C13-F8B8-4237-9811-6A882F130BDA}" type="datetime1">
              <a:rPr lang="en-US" smtClean="0"/>
              <a:pPr>
                <a:spcAft>
                  <a:spcPts val="600"/>
                </a:spcAft>
              </a:pPr>
              <a:t>1/20/26</a:t>
            </a:fld>
            <a:endParaRPr lang="en-US"/>
          </a:p>
        </p:txBody>
      </p:sp>
      <p:sp>
        <p:nvSpPr>
          <p:cNvPr id="6" name="Slide Number Placeholder 5">
            <a:extLst>
              <a:ext uri="{FF2B5EF4-FFF2-40B4-BE49-F238E27FC236}">
                <a16:creationId xmlns:a16="http://schemas.microsoft.com/office/drawing/2014/main" id="{01F063C1-F9B8-80F4-A880-5F202806C25A}"/>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15</a:t>
            </a:fld>
            <a:endParaRPr lang="en-US"/>
          </a:p>
        </p:txBody>
      </p:sp>
    </p:spTree>
    <p:extLst>
      <p:ext uri="{BB962C8B-B14F-4D97-AF65-F5344CB8AC3E}">
        <p14:creationId xmlns:p14="http://schemas.microsoft.com/office/powerpoint/2010/main" val="8997806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68FD1-12D7-57BC-B47A-1E923A2B4032}"/>
              </a:ext>
            </a:extLst>
          </p:cNvPr>
          <p:cNvSpPr>
            <a:spLocks noGrp="1"/>
          </p:cNvSpPr>
          <p:nvPr>
            <p:ph type="title"/>
          </p:nvPr>
        </p:nvSpPr>
        <p:spPr>
          <a:xfrm>
            <a:off x="457199" y="377072"/>
            <a:ext cx="4958078" cy="1225485"/>
          </a:xfrm>
        </p:spPr>
        <p:txBody>
          <a:bodyPr anchor="t">
            <a:normAutofit/>
          </a:bodyPr>
          <a:lstStyle/>
          <a:p>
            <a:r>
              <a:rPr lang="en-US"/>
              <a:t>Integration and Emerging Practices</a:t>
            </a:r>
          </a:p>
        </p:txBody>
      </p:sp>
      <p:pic>
        <p:nvPicPr>
          <p:cNvPr id="8" name="Content Placeholder 7" descr="Biomedical engineering robot in a lab">
            <a:extLst>
              <a:ext uri="{FF2B5EF4-FFF2-40B4-BE49-F238E27FC236}">
                <a16:creationId xmlns:a16="http://schemas.microsoft.com/office/drawing/2014/main" id="{90366755-87BB-4A7F-B7E3-123863122254}"/>
              </a:ext>
            </a:extLst>
          </p:cNvPr>
          <p:cNvPicPr>
            <a:picLocks noGrp="1" noChangeAspect="1"/>
          </p:cNvPicPr>
          <p:nvPr>
            <p:ph type="pic" sz="quarter" idx="13"/>
          </p:nvPr>
        </p:nvPicPr>
        <p:blipFill>
          <a:blip r:embed="rId3"/>
          <a:srcRect r="15461"/>
          <a:stretch>
            <a:fillRect/>
          </a:stretch>
        </p:blipFill>
        <p:spPr>
          <a:xfrm>
            <a:off x="20" y="1842182"/>
            <a:ext cx="5758152" cy="4546457"/>
          </a:xfrm>
        </p:spPr>
      </p:pic>
      <p:sp>
        <p:nvSpPr>
          <p:cNvPr id="4" name="Content Placeholder 3">
            <a:extLst>
              <a:ext uri="{FF2B5EF4-FFF2-40B4-BE49-F238E27FC236}">
                <a16:creationId xmlns:a16="http://schemas.microsoft.com/office/drawing/2014/main" id="{C0E921CA-1ABB-B750-FF48-7FADBFC9DC4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en-US" sz="1400" b="1"/>
              <a:t>Advanced Manufacturing Concepts</a:t>
            </a:r>
          </a:p>
          <a:p>
            <a:pPr marL="0" lvl="1" indent="0">
              <a:buFont typeface="Arial" panose="020B0604020202020204" pitchFamily="34" charset="0"/>
              <a:buNone/>
            </a:pPr>
            <a:r>
              <a:rPr lang="en-US" sz="1400"/>
              <a:t>Pakistan's industries adopt JIT, U-shaped lines, and flexible manufacturing systems to enhance competitiveness.</a:t>
            </a:r>
          </a:p>
          <a:p>
            <a:pPr marL="0" indent="0">
              <a:spcBef>
                <a:spcPts val="2500"/>
              </a:spcBef>
              <a:buFont typeface="Arial" panose="020B0604020202020204" pitchFamily="34" charset="0"/>
              <a:buNone/>
            </a:pPr>
            <a:r>
              <a:rPr lang="en-US" sz="1400" b="1"/>
              <a:t>Digital Technologies Adoption</a:t>
            </a:r>
          </a:p>
          <a:p>
            <a:pPr marL="0" lvl="1" indent="0">
              <a:buFont typeface="Arial" panose="020B0604020202020204" pitchFamily="34" charset="0"/>
              <a:buNone/>
            </a:pPr>
            <a:r>
              <a:rPr lang="en-US" sz="1400"/>
              <a:t>Future trends include RFID, automated guided vehicles, and machine vision for real-time monitoring and control.</a:t>
            </a:r>
          </a:p>
          <a:p>
            <a:pPr marL="0" indent="0">
              <a:spcBef>
                <a:spcPts val="2500"/>
              </a:spcBef>
              <a:buFont typeface="Arial" panose="020B0604020202020204" pitchFamily="34" charset="0"/>
              <a:buNone/>
            </a:pPr>
            <a:r>
              <a:rPr lang="en-US" sz="1400" b="1"/>
              <a:t>Integration and Sustainability</a:t>
            </a:r>
          </a:p>
          <a:p>
            <a:pPr marL="0" lvl="1" indent="0">
              <a:buFont typeface="Arial" panose="020B0604020202020204" pitchFamily="34" charset="0"/>
              <a:buNone/>
            </a:pPr>
            <a:r>
              <a:rPr lang="en-US" sz="1400"/>
              <a:t>Information systems integration with physical processes and sustainable facility design drive efficiency and waste reduction.</a:t>
            </a:r>
          </a:p>
          <a:p>
            <a:pPr marL="0" indent="0">
              <a:spcBef>
                <a:spcPts val="2500"/>
              </a:spcBef>
              <a:buFont typeface="Arial" panose="020B0604020202020204" pitchFamily="34" charset="0"/>
              <a:buNone/>
            </a:pPr>
            <a:r>
              <a:rPr lang="en-US" sz="1400" b="1"/>
              <a:t>Industry 4.0 Transformation</a:t>
            </a:r>
          </a:p>
          <a:p>
            <a:pPr marL="0" lvl="1" indent="0">
              <a:buFont typeface="Arial" panose="020B0604020202020204" pitchFamily="34" charset="0"/>
              <a:buNone/>
            </a:pPr>
            <a:r>
              <a:rPr lang="en-US" sz="1400"/>
              <a:t>Automation, data analytics, and smart systems converge to redefine manufacturing for long-term success.</a:t>
            </a:r>
          </a:p>
        </p:txBody>
      </p:sp>
      <p:sp>
        <p:nvSpPr>
          <p:cNvPr id="5" name="Footer Placeholder 4">
            <a:extLst>
              <a:ext uri="{FF2B5EF4-FFF2-40B4-BE49-F238E27FC236}">
                <a16:creationId xmlns:a16="http://schemas.microsoft.com/office/drawing/2014/main" id="{0BB74AF0-892F-681A-63AF-69EE9915E184}"/>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dirty="0"/>
              <a:t>Sample Footer Text</a:t>
            </a:r>
            <a:endParaRPr lang="en-US"/>
          </a:p>
        </p:txBody>
      </p:sp>
      <p:sp>
        <p:nvSpPr>
          <p:cNvPr id="6" name="Date Placeholder 5">
            <a:extLst>
              <a:ext uri="{FF2B5EF4-FFF2-40B4-BE49-F238E27FC236}">
                <a16:creationId xmlns:a16="http://schemas.microsoft.com/office/drawing/2014/main" id="{E74723D8-B48E-BB3B-4C43-A382FCD8BE08}"/>
              </a:ext>
            </a:extLst>
          </p:cNvPr>
          <p:cNvSpPr>
            <a:spLocks noGrp="1"/>
          </p:cNvSpPr>
          <p:nvPr>
            <p:ph type="dt" sz="half" idx="10"/>
          </p:nvPr>
        </p:nvSpPr>
        <p:spPr>
          <a:xfrm>
            <a:off x="9737594" y="6445997"/>
            <a:ext cx="1842115" cy="365125"/>
          </a:xfrm>
        </p:spPr>
        <p:txBody>
          <a:bodyPr anchor="ctr">
            <a:normAutofit/>
          </a:bodyPr>
          <a:lstStyle/>
          <a:p>
            <a:pPr>
              <a:spcAft>
                <a:spcPts val="600"/>
              </a:spcAft>
            </a:pPr>
            <a:fld id="{B20F022F-161E-41B9-A1BC-CC85E43B1AF4}" type="datetime1">
              <a:rPr lang="en-US" smtClean="0"/>
              <a:pPr>
                <a:spcAft>
                  <a:spcPts val="600"/>
                </a:spcAft>
              </a:pPr>
              <a:t>1/20/26</a:t>
            </a:fld>
            <a:endParaRPr lang="en-US"/>
          </a:p>
        </p:txBody>
      </p:sp>
      <p:sp>
        <p:nvSpPr>
          <p:cNvPr id="7" name="Slide Number Placeholder 6">
            <a:extLst>
              <a:ext uri="{FF2B5EF4-FFF2-40B4-BE49-F238E27FC236}">
                <a16:creationId xmlns:a16="http://schemas.microsoft.com/office/drawing/2014/main" id="{C93315E1-180F-0D7B-B853-8DBF1A018036}"/>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16</a:t>
            </a:fld>
            <a:endParaRPr lang="en-US"/>
          </a:p>
        </p:txBody>
      </p:sp>
    </p:spTree>
    <p:extLst>
      <p:ext uri="{BB962C8B-B14F-4D97-AF65-F5344CB8AC3E}">
        <p14:creationId xmlns:p14="http://schemas.microsoft.com/office/powerpoint/2010/main" val="10047317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Shoji">
  <a:themeElements>
    <a:clrScheme name="Shoji">
      <a:dk1>
        <a:srgbClr val="131313"/>
      </a:dk1>
      <a:lt1>
        <a:sysClr val="window" lastClr="FFFFFF"/>
      </a:lt1>
      <a:dk2>
        <a:srgbClr val="1D3433"/>
      </a:dk2>
      <a:lt2>
        <a:srgbClr val="F3F2ED"/>
      </a:lt2>
      <a:accent1>
        <a:srgbClr val="7C5C3E"/>
      </a:accent1>
      <a:accent2>
        <a:srgbClr val="B8A189"/>
      </a:accent2>
      <a:accent3>
        <a:srgbClr val="A1A696"/>
      </a:accent3>
      <a:accent4>
        <a:srgbClr val="566868"/>
      </a:accent4>
      <a:accent5>
        <a:srgbClr val="786F50"/>
      </a:accent5>
      <a:accent6>
        <a:srgbClr val="A9A375"/>
      </a:accent6>
      <a:hlink>
        <a:srgbClr val="B1785F"/>
      </a:hlink>
      <a:folHlink>
        <a:srgbClr val="6C7F7F"/>
      </a:folHlink>
    </a:clrScheme>
    <a:fontScheme name="Custom 35">
      <a:majorFont>
        <a:latin typeface="Walbaum Display"/>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hoji" id="{EBD40D9C-CA72-493B-87C2-C0EB162C667E}" vid="{D0940FF3-4015-4C8A-9B90-9961EFA3BC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070BEB4-FB24-4E84-B3BB-971EAA4E97D2}">
  <ds:schemaRefs>
    <ds:schemaRef ds:uri="http://schemas.microsoft.com/office/2006/metadata/properties"/>
    <ds:schemaRef ds:uri="http://www.w3.org/2000/xmlns/"/>
    <ds:schemaRef ds:uri="http://schemas.microsoft.com/sharepoint/v3"/>
    <ds:schemaRef ds:uri="http://www.w3.org/2001/XMLSchema-instance"/>
    <ds:schemaRef ds:uri="71af3243-3dd4-4a8d-8c0d-dd76da1f02a5"/>
    <ds:schemaRef ds:uri="http://schemas.microsoft.com/office/infopath/2007/PartnerControls"/>
    <ds:schemaRef ds:uri="230e9df3-be65-4c73-a93b-d1236ebd677e"/>
  </ds:schemaRefs>
</ds:datastoreItem>
</file>

<file path=customXml/itemProps2.xml><?xml version="1.0" encoding="utf-8"?>
<ds:datastoreItem xmlns:ds="http://schemas.openxmlformats.org/officeDocument/2006/customXml" ds:itemID="{89D41049-A82A-4B5B-8ABC-9F045EF9F078}">
  <ds:schemaRefs>
    <ds:schemaRef ds:uri="http://schemas.microsoft.com/sharepoint/v3/contenttype/forms"/>
  </ds:schemaRefs>
</ds:datastoreItem>
</file>

<file path=customXml/itemProps3.xml><?xml version="1.0" encoding="utf-8"?>
<ds:datastoreItem xmlns:ds="http://schemas.openxmlformats.org/officeDocument/2006/customXml" ds:itemID="{BDDCC98D-8A5B-4177-9C60-D4A9C8723FD7}">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sharepoint/v3"/>
    <ds:schemaRef ds:uri="71af3243-3dd4-4a8d-8c0d-dd76da1f02a5"/>
    <ds:schemaRef ds:uri="16c05727-aa75-4e4a-9b5f-8a80a1165891"/>
    <ds:schemaRef ds:uri="230e9df3-be65-4c73-a93b-d1236ebd677e"/>
  </ds:schemaRefs>
</ds:datastoreItem>
</file>

<file path=docMetadata/LabelInfo.xml><?xml version="1.0" encoding="utf-8"?>
<clbl:labelList xmlns:clbl="http://schemas.microsoft.com/office/2020/mipLabelMetadata">
</clbl:labelList>
</file>

<file path=docProps/app.xml><?xml version="1.0" encoding="utf-8"?>
<Properties xmlns="http://schemas.openxmlformats.org/officeDocument/2006/extended-properties" xmlns:vt="http://schemas.openxmlformats.org/officeDocument/2006/docPropsVTypes">
  <Template/>
  <TotalTime>10</TotalTime>
  <Words>2600</Words>
  <Application>Microsoft Office PowerPoint</Application>
  <PresentationFormat>Widescreen</PresentationFormat>
  <Paragraphs>175</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Shoji</vt:lpstr>
      <vt:lpstr>Manufacturing Systems</vt:lpstr>
      <vt:lpstr>Introduction to Manufacturing Systems</vt:lpstr>
      <vt:lpstr>Importance and Role in Facility Design</vt:lpstr>
      <vt:lpstr>Overview and Importance of Manufacturing Systems</vt:lpstr>
      <vt:lpstr>Fixed Automation Systems</vt:lpstr>
      <vt:lpstr>Transfer Lines and Hard Automation</vt:lpstr>
      <vt:lpstr>Flexible Manufacturing Systems (FMS)</vt:lpstr>
      <vt:lpstr>Concept and Design of FMS</vt:lpstr>
      <vt:lpstr>Lean Principles and WIP Reduction</vt:lpstr>
      <vt:lpstr>Strategies for Reducing Work-in-Process</vt:lpstr>
      <vt:lpstr>Just-in-Time Manufacturing</vt:lpstr>
      <vt:lpstr>JIT Philosophy and Implementation</vt:lpstr>
      <vt:lpstr>U-Shaped Flow Lines</vt:lpstr>
      <vt:lpstr>Design and Benefits of U-Shaped Lines</vt:lpstr>
      <vt:lpstr>Conclusion and Future Trends</vt:lpstr>
      <vt:lpstr>Integration and Emerging Practices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Manufacturing Systems</dc:title>
  <cp:lastModifiedBy>bariraqasim3@outlook.com</cp:lastModifiedBy>
  <cp:revision>3</cp:revision>
  <dcterms:created xsi:type="dcterms:W3CDTF">2025-08-04T19:19:33Z</dcterms:created>
  <dcterms:modified xsi:type="dcterms:W3CDTF">2026-01-20T09:18:25Z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