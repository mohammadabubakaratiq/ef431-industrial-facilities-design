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4"/>
  </p:sldMasterIdLst>
  <p:notesMasterIdLst>
    <p:notesMasterId r:id="rId12"/>
  </p:notesMasterIdLst>
  <p:sldIdLst>
    <p:sldId id="2561" r:id="rId5"/>
    <p:sldId id="2562" r:id="rId6"/>
    <p:sldId id="2563" r:id="rId7"/>
    <p:sldId id="2564" r:id="rId8"/>
    <p:sldId id="2565" r:id="rId9"/>
    <p:sldId id="2566" r:id="rId10"/>
    <p:sldId id="25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eathing Space &amp; Overcrowding under Factories Act, 1934" id="{04AC382A-7EA2-44D3-81BF-1356D30F158B}">
          <p14:sldIdLst>
            <p14:sldId id="2561"/>
          </p14:sldIdLst>
        </p14:section>
        <p14:section name="Understanding Breathing Space Concept" id="{32641AF8-03E6-4027-968E-46C56BD618FE}">
          <p14:sldIdLst>
            <p14:sldId id="2562"/>
            <p14:sldId id="2563"/>
          </p14:sldIdLst>
        </p14:section>
        <p14:section name="Section 18 – Overcrowding Explained" id="{8EB21F20-780E-416E-95FF-1BD457E3FDC2}">
          <p14:sldIdLst>
            <p14:sldId id="2564"/>
            <p14:sldId id="2565"/>
          </p14:sldIdLst>
        </p14:section>
        <p14:section name="Practical Examples from Pakistani Factories" id="{F6A45D49-6478-4367-8304-6704D0071EA1}">
          <p14:sldIdLst>
            <p14:sldId id="2566"/>
            <p14:sldId id="2567"/>
          </p14:sldIdLst>
        </p14:section>
        <p14:section name="Visual Representation and Teaching Aid" id="{FD198B87-2F3C-4356-8FEC-AC44BF78C77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C4F163-59B4-BDFE-7AC8-7AA032019EB8}" v="4" dt="2026-01-26T09:48:50.641"/>
    <p1510:client id="{E0234977-9D59-435C-8957-FEC6B5CD2D64}" v="8" dt="2026-01-26T09:47:33.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89969" autoAdjust="0"/>
  </p:normalViewPr>
  <p:slideViewPr>
    <p:cSldViewPr>
      <p:cViewPr varScale="1">
        <p:scale>
          <a:sx n="59" d="100"/>
          <a:sy n="59" d="100"/>
        </p:scale>
        <p:origin x="846" y="6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Rehan Ashraf" userId="bf1b3b78-86b5-4a32-9cac-ca47215dcf69" providerId="ADAL" clId="{434BD1AE-2504-42CA-82B3-0C340E946A75}"/>
    <pc:docChg chg="undo custSel delSld modSld modSection">
      <pc:chgData name="Syed Rehan Ashraf" userId="bf1b3b78-86b5-4a32-9cac-ca47215dcf69" providerId="ADAL" clId="{434BD1AE-2504-42CA-82B3-0C340E946A75}" dt="2026-01-26T09:54:37.816" v="50" actId="47"/>
      <pc:docMkLst>
        <pc:docMk/>
      </pc:docMkLst>
      <pc:sldChg chg="modSp mod">
        <pc:chgData name="Syed Rehan Ashraf" userId="bf1b3b78-86b5-4a32-9cac-ca47215dcf69" providerId="ADAL" clId="{434BD1AE-2504-42CA-82B3-0C340E946A75}" dt="2026-01-26T09:50:12.053" v="4" actId="14100"/>
        <pc:sldMkLst>
          <pc:docMk/>
          <pc:sldMk cId="470074036" sldId="2563"/>
        </pc:sldMkLst>
        <pc:graphicFrameChg chg="mod modGraphic">
          <ac:chgData name="Syed Rehan Ashraf" userId="bf1b3b78-86b5-4a32-9cac-ca47215dcf69" providerId="ADAL" clId="{434BD1AE-2504-42CA-82B3-0C340E946A75}" dt="2026-01-26T09:50:12.053" v="4" actId="14100"/>
          <ac:graphicFrameMkLst>
            <pc:docMk/>
            <pc:sldMk cId="470074036" sldId="2563"/>
            <ac:graphicFrameMk id="5" creationId="{202F6472-1F66-43CB-96AC-4897BD9CF0DD}"/>
          </ac:graphicFrameMkLst>
        </pc:graphicFrameChg>
      </pc:sldChg>
      <pc:sldChg chg="addSp modSp mod">
        <pc:chgData name="Syed Rehan Ashraf" userId="bf1b3b78-86b5-4a32-9cac-ca47215dcf69" providerId="ADAL" clId="{434BD1AE-2504-42CA-82B3-0C340E946A75}" dt="2026-01-26T09:53:52.311" v="37" actId="14100"/>
        <pc:sldMkLst>
          <pc:docMk/>
          <pc:sldMk cId="451934354" sldId="2565"/>
        </pc:sldMkLst>
        <pc:spChg chg="mod">
          <ac:chgData name="Syed Rehan Ashraf" userId="bf1b3b78-86b5-4a32-9cac-ca47215dcf69" providerId="ADAL" clId="{434BD1AE-2504-42CA-82B3-0C340E946A75}" dt="2026-01-26T09:52:53.879" v="21" actId="14100"/>
          <ac:spMkLst>
            <pc:docMk/>
            <pc:sldMk cId="451934354" sldId="2565"/>
            <ac:spMk id="2" creationId="{B9948DA8-1837-26E3-CA2E-AA7DDAB9E260}"/>
          </ac:spMkLst>
        </pc:spChg>
        <pc:graphicFrameChg chg="mod modGraphic">
          <ac:chgData name="Syed Rehan Ashraf" userId="bf1b3b78-86b5-4a32-9cac-ca47215dcf69" providerId="ADAL" clId="{434BD1AE-2504-42CA-82B3-0C340E946A75}" dt="2026-01-26T09:53:52.311" v="37" actId="14100"/>
          <ac:graphicFrameMkLst>
            <pc:docMk/>
            <pc:sldMk cId="451934354" sldId="2565"/>
            <ac:graphicFrameMk id="5" creationId="{01413CE3-EFBD-432E-9DEE-0D98BDC8C8CC}"/>
          </ac:graphicFrameMkLst>
        </pc:graphicFrameChg>
        <pc:picChg chg="add mod">
          <ac:chgData name="Syed Rehan Ashraf" userId="bf1b3b78-86b5-4a32-9cac-ca47215dcf69" providerId="ADAL" clId="{434BD1AE-2504-42CA-82B3-0C340E946A75}" dt="2026-01-26T09:53:22.594" v="32" actId="1076"/>
          <ac:picMkLst>
            <pc:docMk/>
            <pc:sldMk cId="451934354" sldId="2565"/>
            <ac:picMk id="4" creationId="{6A9CEBB3-74FA-4787-83F7-E7A750B7BCCC}"/>
          </ac:picMkLst>
        </pc:picChg>
      </pc:sldChg>
      <pc:sldChg chg="modSp mod">
        <pc:chgData name="Syed Rehan Ashraf" userId="bf1b3b78-86b5-4a32-9cac-ca47215dcf69" providerId="ADAL" clId="{434BD1AE-2504-42CA-82B3-0C340E946A75}" dt="2026-01-26T09:54:19.124" v="45" actId="1076"/>
        <pc:sldMkLst>
          <pc:docMk/>
          <pc:sldMk cId="946518438" sldId="2567"/>
        </pc:sldMkLst>
        <pc:graphicFrameChg chg="mod modGraphic">
          <ac:chgData name="Syed Rehan Ashraf" userId="bf1b3b78-86b5-4a32-9cac-ca47215dcf69" providerId="ADAL" clId="{434BD1AE-2504-42CA-82B3-0C340E946A75}" dt="2026-01-26T09:54:19.124" v="45" actId="1076"/>
          <ac:graphicFrameMkLst>
            <pc:docMk/>
            <pc:sldMk cId="946518438" sldId="2567"/>
            <ac:graphicFrameMk id="5" creationId="{72C8528F-E978-4DF3-A022-BF4854BB8EB2}"/>
          </ac:graphicFrameMkLst>
        </pc:graphicFrameChg>
      </pc:sldChg>
      <pc:sldChg chg="del">
        <pc:chgData name="Syed Rehan Ashraf" userId="bf1b3b78-86b5-4a32-9cac-ca47215dcf69" providerId="ADAL" clId="{434BD1AE-2504-42CA-82B3-0C340E946A75}" dt="2026-01-26T09:54:36.636" v="49" actId="47"/>
        <pc:sldMkLst>
          <pc:docMk/>
          <pc:sldMk cId="1878070604" sldId="2568"/>
        </pc:sldMkLst>
      </pc:sldChg>
      <pc:sldChg chg="addSp delSp modSp del mod">
        <pc:chgData name="Syed Rehan Ashraf" userId="bf1b3b78-86b5-4a32-9cac-ca47215dcf69" providerId="ADAL" clId="{434BD1AE-2504-42CA-82B3-0C340E946A75}" dt="2026-01-26T09:54:37.816" v="50" actId="47"/>
        <pc:sldMkLst>
          <pc:docMk/>
          <pc:sldMk cId="1248499259" sldId="2569"/>
        </pc:sldMkLst>
        <pc:spChg chg="add mod">
          <ac:chgData name="Syed Rehan Ashraf" userId="bf1b3b78-86b5-4a32-9cac-ca47215dcf69" providerId="ADAL" clId="{434BD1AE-2504-42CA-82B3-0C340E946A75}" dt="2026-01-26T09:54:34.055" v="48" actId="478"/>
          <ac:spMkLst>
            <pc:docMk/>
            <pc:sldMk cId="1248499259" sldId="2569"/>
            <ac:spMk id="4" creationId="{77790B02-28DE-41D8-BBAD-D1DDC84C3DBD}"/>
          </ac:spMkLst>
        </pc:spChg>
        <pc:graphicFrameChg chg="del mod modGraphic">
          <ac:chgData name="Syed Rehan Ashraf" userId="bf1b3b78-86b5-4a32-9cac-ca47215dcf69" providerId="ADAL" clId="{434BD1AE-2504-42CA-82B3-0C340E946A75}" dt="2026-01-26T09:54:34.055" v="48" actId="478"/>
          <ac:graphicFrameMkLst>
            <pc:docMk/>
            <pc:sldMk cId="1248499259" sldId="2569"/>
            <ac:graphicFrameMk id="5" creationId="{A74D6874-6BEC-4F87-AFC7-BD10328AE325}"/>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E3C79C-044A-498F-94EB-95BE90306B3F}" type="datetimeFigureOut">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55E6AA-82BD-48CF-9B17-4955FC9EAB69}" type="slidenum">
              <a:t>‹#›</a:t>
            </a:fld>
            <a:endParaRPr lang="en-US"/>
          </a:p>
        </p:txBody>
      </p:sp>
    </p:spTree>
    <p:extLst>
      <p:ext uri="{BB962C8B-B14F-4D97-AF65-F5344CB8AC3E}">
        <p14:creationId xmlns:p14="http://schemas.microsoft.com/office/powerpoint/2010/main" val="658629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0996D3C-531A-495F-8D32-0BFB67D77E55}" type="slidenum">
              <a:t>1</a:t>
            </a:fld>
            <a:endParaRPr lang="en-US"/>
          </a:p>
        </p:txBody>
      </p:sp>
    </p:spTree>
    <p:extLst>
      <p:ext uri="{BB962C8B-B14F-4D97-AF65-F5344CB8AC3E}">
        <p14:creationId xmlns:p14="http://schemas.microsoft.com/office/powerpoint/2010/main" val="4013732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Definition and Importance of Breathing Space</a:t>
            </a:r>
          </a:p>
        </p:txBody>
      </p:sp>
      <p:sp>
        <p:nvSpPr>
          <p:cNvPr id="4" name="Slide Number Placeholder 3"/>
          <p:cNvSpPr>
            <a:spLocks noGrp="1"/>
          </p:cNvSpPr>
          <p:nvPr>
            <p:ph type="sldNum" sz="quarter" idx="5"/>
          </p:nvPr>
        </p:nvSpPr>
        <p:spPr/>
        <p:txBody>
          <a:bodyPr/>
          <a:lstStyle/>
          <a:p>
            <a:fld id="{C0996D3C-531A-495F-8D32-0BFB67D77E55}" type="slidenum">
              <a:t>2</a:t>
            </a:fld>
            <a:endParaRPr lang="en-US"/>
          </a:p>
        </p:txBody>
      </p:sp>
    </p:spTree>
    <p:extLst>
      <p:ext uri="{BB962C8B-B14F-4D97-AF65-F5344CB8AC3E}">
        <p14:creationId xmlns:p14="http://schemas.microsoft.com/office/powerpoint/2010/main" val="4082320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concept of breathing space under the Factories Act, 1934 refers to the requirement that workers in factories must have sufficient air volume and physical space to work comfortably and safely. Although the Act does not explicitly use the term 'breathing space,' it addresses this through provisions on ventilation, temperature control, and overcrowding. Adequate breathing space ensures that workers have access to clean air, reducing risks of suffocation, heat stress, and fatigue. This is critical for maintaining health and productivity in industrial environments where machinery and processes often generate heat and pollutants. Section 15 of the Act mandates proper ventilation and temperature regulation, while Section 16 requires control of dust and fumes to maintain air quality. Section 18 specifically prohibits overcrowding, ensuring that each worker has a minimum cubic space calculated by multiplying the length, width, and height of the workroom and dividing by the number of workers. For example, a room measuring 20 ft × 15 ft × 10 ft provides 3000 cubic feet of air; if 10 workers occupy it, each has 300 cubic feet of space. This calculation helps inspectors determine compliance. The importance of breathing space extends beyond comfort—it directly impacts occupational health by preventing respiratory issues and heat-related illnesses. Factories that fail to provide adequate space often face higher accident rates and lower productivity due to worker fatigue and illness. In Pakistan, enforcement of these provisions is essential in sectors like textiles, garments, and plastics, where large numbers of workers operate in confined spaces. By ensuring breathing space, employers comply with legal standards and create a safer, more efficient workplace.</a:t>
            </a:r>
          </a:p>
        </p:txBody>
      </p:sp>
      <p:sp>
        <p:nvSpPr>
          <p:cNvPr id="4" name="Slide Number Placeholder 3"/>
          <p:cNvSpPr>
            <a:spLocks noGrp="1"/>
          </p:cNvSpPr>
          <p:nvPr>
            <p:ph type="sldNum" sz="quarter" idx="5"/>
          </p:nvPr>
        </p:nvSpPr>
        <p:spPr/>
        <p:txBody>
          <a:bodyPr/>
          <a:lstStyle/>
          <a:p>
            <a:fld id="{C0996D3C-531A-495F-8D32-0BFB67D77E55}" type="slidenum">
              <a:t>3</a:t>
            </a:fld>
            <a:endParaRPr lang="en-US"/>
          </a:p>
        </p:txBody>
      </p:sp>
    </p:spTree>
    <p:extLst>
      <p:ext uri="{BB962C8B-B14F-4D97-AF65-F5344CB8AC3E}">
        <p14:creationId xmlns:p14="http://schemas.microsoft.com/office/powerpoint/2010/main" val="2058235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Legal Requirement and Calculation of Cubic Space</a:t>
            </a:r>
          </a:p>
        </p:txBody>
      </p:sp>
      <p:sp>
        <p:nvSpPr>
          <p:cNvPr id="4" name="Slide Number Placeholder 3"/>
          <p:cNvSpPr>
            <a:spLocks noGrp="1"/>
          </p:cNvSpPr>
          <p:nvPr>
            <p:ph type="sldNum" sz="quarter" idx="5"/>
          </p:nvPr>
        </p:nvSpPr>
        <p:spPr/>
        <p:txBody>
          <a:bodyPr/>
          <a:lstStyle/>
          <a:p>
            <a:fld id="{C0996D3C-531A-495F-8D32-0BFB67D77E55}" type="slidenum">
              <a:t>4</a:t>
            </a:fld>
            <a:endParaRPr lang="en-US"/>
          </a:p>
        </p:txBody>
      </p:sp>
    </p:spTree>
    <p:extLst>
      <p:ext uri="{BB962C8B-B14F-4D97-AF65-F5344CB8AC3E}">
        <p14:creationId xmlns:p14="http://schemas.microsoft.com/office/powerpoint/2010/main" val="2041356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Section 18 of the Factories Act, 1934 addresses overcrowding in workrooms by requiring that every worker has sufficient cubic space to prevent congestion. Cubic space refers to the volume of air available per worker, calculated as length × width × height of the room divided by the number of workers. This provision ensures that factories do not pack excessive workers into small areas, which can lead to poor ventilation, heat buildup, and health hazards. For example, if a workroom measures 60 ft × 40 ft × 10 ft, its total volume is 24,000 cubic feet. If 80 workers occupy this space, each worker has 300 cubic feet of air. Inspectors use this calculation to determine compliance with overcrowding rules. Adequate cubic space is essential for maintaining air quality and preventing suffocation, especially in industries with high heat or chemical exposure. Overcrowding not only violates legal standards but also reduces productivity and increases accident risks. Factories that comply with Section 18 typically experience better worker morale and efficiency. In Pakistan, common violations occur in garment and plastic molding units where space constraints lead to congestion. Enforcement of this provision is crucial for worker health and safety. Employers should regularly assess room dimensions and workforce size to ensure compliance. Providing breathing space is not just a legal obligation—it is a fundamental aspect of occupational health management.</a:t>
            </a:r>
          </a:p>
        </p:txBody>
      </p:sp>
      <p:sp>
        <p:nvSpPr>
          <p:cNvPr id="4" name="Slide Number Placeholder 3"/>
          <p:cNvSpPr>
            <a:spLocks noGrp="1"/>
          </p:cNvSpPr>
          <p:nvPr>
            <p:ph type="sldNum" sz="quarter" idx="5"/>
          </p:nvPr>
        </p:nvSpPr>
        <p:spPr/>
        <p:txBody>
          <a:bodyPr/>
          <a:lstStyle/>
          <a:p>
            <a:fld id="{C0996D3C-531A-495F-8D32-0BFB67D77E55}" type="slidenum">
              <a:t>5</a:t>
            </a:fld>
            <a:endParaRPr lang="en-US"/>
          </a:p>
        </p:txBody>
      </p:sp>
    </p:spTree>
    <p:extLst>
      <p:ext uri="{BB962C8B-B14F-4D97-AF65-F5344CB8AC3E}">
        <p14:creationId xmlns:p14="http://schemas.microsoft.com/office/powerpoint/2010/main" val="2587958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Case Studies: Textile, Garments, Sports Goods, and Plastic Units</a:t>
            </a:r>
          </a:p>
        </p:txBody>
      </p:sp>
      <p:sp>
        <p:nvSpPr>
          <p:cNvPr id="4" name="Slide Number Placeholder 3"/>
          <p:cNvSpPr>
            <a:spLocks noGrp="1"/>
          </p:cNvSpPr>
          <p:nvPr>
            <p:ph type="sldNum" sz="quarter" idx="5"/>
          </p:nvPr>
        </p:nvSpPr>
        <p:spPr/>
        <p:txBody>
          <a:bodyPr/>
          <a:lstStyle/>
          <a:p>
            <a:fld id="{C0996D3C-531A-495F-8D32-0BFB67D77E55}" type="slidenum">
              <a:t>6</a:t>
            </a:fld>
            <a:endParaRPr lang="en-US"/>
          </a:p>
        </p:txBody>
      </p:sp>
    </p:spTree>
    <p:extLst>
      <p:ext uri="{BB962C8B-B14F-4D97-AF65-F5344CB8AC3E}">
        <p14:creationId xmlns:p14="http://schemas.microsoft.com/office/powerpoint/2010/main" val="880777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real-world examples from Pakistani factories illustrate the application of Section 18 and the concept of breathing space. In Faisalabad’s textile sector, large stitching halls often measure 150 ft × 60 ft × 12 ft, providing 108,000 cubic feet of air for 180 workers—about 600 cubic feet per worker, which meets the standard comfortably. Conversely, a garment unit in Lahore with a 60 ft × 40 ft × 10 ft hall housing 80 workers offers only 300 cubic feet per worker, creating congestion and potential health risks. Inspectors frequently flag such setups for overcrowding. In Sialkot’s sports goods industry, finishing rooms of 50 ft × 30 ft × 12 ft accommodate 45 workers, giving 400 cubic feet per worker, which is acceptable and promotes better ventilation. However, in Karachi’s plastic molding facilities, smaller rooms of 40 ft × 25 ft × 12 ft with 50 workers provide only 240 cubic feet per worker, leading to heat stress and suffocation complaints. These examples highlight the importance of calculating cubic space and adjusting workforce size or room dimensions to comply with legal standards. Employers who ignore these requirements face penalties and risk worker health, while those who comply benefit from improved productivity and reduced absenteeism. These case studies serve as practical teaching tools for understanding how breathing space impacts occupational health and legal compliance in Pakistan’s industrial sectors.</a:t>
            </a:r>
          </a:p>
        </p:txBody>
      </p:sp>
      <p:sp>
        <p:nvSpPr>
          <p:cNvPr id="4" name="Slide Number Placeholder 3"/>
          <p:cNvSpPr>
            <a:spLocks noGrp="1"/>
          </p:cNvSpPr>
          <p:nvPr>
            <p:ph type="sldNum" sz="quarter" idx="5"/>
          </p:nvPr>
        </p:nvSpPr>
        <p:spPr/>
        <p:txBody>
          <a:bodyPr/>
          <a:lstStyle/>
          <a:p>
            <a:fld id="{C0996D3C-531A-495F-8D32-0BFB67D77E55}" type="slidenum">
              <a:t>7</a:t>
            </a:fld>
            <a:endParaRPr lang="en-US"/>
          </a:p>
        </p:txBody>
      </p:sp>
    </p:spTree>
    <p:extLst>
      <p:ext uri="{BB962C8B-B14F-4D97-AF65-F5344CB8AC3E}">
        <p14:creationId xmlns:p14="http://schemas.microsoft.com/office/powerpoint/2010/main" val="9009350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hasCustomPrompt="1"/>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3F6E6D0-87B4-4C3B-B3F0-66F0B5E50C89}" type="datetime4">
              <a:rPr lang="en-US" smtClean="0"/>
              <a:t>January 26, 2026</a:t>
            </a:fld>
            <a:endParaRPr lang="en-US"/>
          </a:p>
        </p:txBody>
      </p:sp>
    </p:spTree>
    <p:extLst>
      <p:ext uri="{BB962C8B-B14F-4D97-AF65-F5344CB8AC3E}">
        <p14:creationId xmlns:p14="http://schemas.microsoft.com/office/powerpoint/2010/main" val="4073361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02336"/>
            <a:ext cx="10570464" cy="1088136"/>
          </a:xfrm>
          <a:prstGeom prst="rect">
            <a:avLst/>
          </a:prstGeom>
        </p:spPr>
        <p:txBody>
          <a:bodyPr anchor="ctr"/>
          <a:lstStyle>
            <a:lvl1pPr>
              <a:lnSpc>
                <a:spcPct val="12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771561"/>
            <a:ext cx="1057046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F41A7DA3-E571-4AB8-8090-2E9CED874689}" type="datetime4">
              <a:rPr lang="en-US" smtClean="0"/>
              <a:t>January 26, 2026</a:t>
            </a:fld>
            <a:endParaRPr lang="en-US"/>
          </a:p>
        </p:txBody>
      </p:sp>
    </p:spTree>
    <p:extLst>
      <p:ext uri="{BB962C8B-B14F-4D97-AF65-F5344CB8AC3E}">
        <p14:creationId xmlns:p14="http://schemas.microsoft.com/office/powerpoint/2010/main" val="210065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5D86B5-411C-5D53-8E6C-26B857F5B5B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vert="horz" lIns="91440" tIns="45720" rIns="91440" bIns="45720" rtlCol="0" anchor="t">
            <a:normAutofit/>
          </a:bodyPr>
          <a:lstStyle>
            <a:lvl1pPr>
              <a:defRPr lang="en-US" sz="310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vert="horz" lIns="91440" tIns="45720" rIns="91440" bIns="45720" rtlCol="0">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hasCustomPrompt="1"/>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lvl1pPr>
              <a:defRPr>
                <a:solidFill>
                  <a:schemeClr val="bg1"/>
                </a:solidFill>
              </a:defRPr>
            </a:lvl1pPr>
          </a:lstStyle>
          <a:p>
            <a:fld id="{1DD12A09-AD48-4A48-AB09-132ADC51F3E7}" type="datetime4">
              <a:rPr lang="en-US" smtClean="0"/>
              <a:t>January 26, 2026</a:t>
            </a:fld>
            <a:endParaRPr lang="en-US"/>
          </a:p>
        </p:txBody>
      </p:sp>
    </p:spTree>
    <p:extLst>
      <p:ext uri="{BB962C8B-B14F-4D97-AF65-F5344CB8AC3E}">
        <p14:creationId xmlns:p14="http://schemas.microsoft.com/office/powerpoint/2010/main" val="28253675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vert="horz" lIns="91440" tIns="45720" rIns="91440" bIns="45720" rtlCol="0" anchor="t">
            <a:normAutofit/>
          </a:bodyPr>
          <a:lstStyle>
            <a:lvl1pPr>
              <a:defRPr lang="en-US" sz="400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hasCustomPrompt="1"/>
          </p:nvPr>
        </p:nvSpPr>
        <p:spPr>
          <a:xfrm>
            <a:off x="6099048" y="758951"/>
            <a:ext cx="5340096" cy="5333995"/>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BB697729-EE3B-43A9-898D-9A5AFB5AB592}" type="datetime4">
              <a:rPr lang="en-US" smtClean="0"/>
              <a:t>January 26, 2026</a:t>
            </a:fld>
            <a:endParaRPr lang="en-US"/>
          </a:p>
        </p:txBody>
      </p:sp>
    </p:spTree>
    <p:extLst>
      <p:ext uri="{BB962C8B-B14F-4D97-AF65-F5344CB8AC3E}">
        <p14:creationId xmlns:p14="http://schemas.microsoft.com/office/powerpoint/2010/main" val="3464663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993A5D-2039-07DE-6F59-B5B0BA392F1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hasCustomPrompt="1"/>
          </p:nvPr>
        </p:nvSpPr>
        <p:spPr>
          <a:xfrm>
            <a:off x="6099048" y="0"/>
            <a:ext cx="6099048" cy="6858000"/>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5D84001-F520-4AD8-8668-0040A4F617EA}" type="datetime4">
              <a:rPr lang="en-US" smtClean="0"/>
              <a:t>January 26, 2026</a:t>
            </a:fld>
            <a:endParaRPr lang="en-US"/>
          </a:p>
        </p:txBody>
      </p:sp>
    </p:spTree>
    <p:extLst>
      <p:ext uri="{BB962C8B-B14F-4D97-AF65-F5344CB8AC3E}">
        <p14:creationId xmlns:p14="http://schemas.microsoft.com/office/powerpoint/2010/main" val="2140967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C771A26-A749-5BFC-F3B1-40FD28B010E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78BD5BB2-178C-41F5-9A65-66E57637126A}" type="datetime4">
              <a:rPr lang="en-US" smtClean="0"/>
              <a:t>January 26, 2026</a:t>
            </a:fld>
            <a:endParaRPr lang="en-US"/>
          </a:p>
        </p:txBody>
      </p:sp>
    </p:spTree>
    <p:extLst>
      <p:ext uri="{BB962C8B-B14F-4D97-AF65-F5344CB8AC3E}">
        <p14:creationId xmlns:p14="http://schemas.microsoft.com/office/powerpoint/2010/main" val="35716740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47B65FCB-A65A-4325-B833-0BA0262F4627}" type="datetime4">
              <a:rPr lang="en-US" smtClean="0"/>
              <a:t>January 26, 2026</a:t>
            </a:fld>
            <a:endParaRPr lang="en-US"/>
          </a:p>
        </p:txBody>
      </p:sp>
    </p:spTree>
    <p:extLst>
      <p:ext uri="{BB962C8B-B14F-4D97-AF65-F5344CB8AC3E}">
        <p14:creationId xmlns:p14="http://schemas.microsoft.com/office/powerpoint/2010/main" val="120423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6A394C09-235D-49B2-9B0D-273E7223E7EF}" type="datetime4">
              <a:rPr lang="en-US" smtClean="0"/>
              <a:t>January 26, 2026</a:t>
            </a:fld>
            <a:endParaRPr lang="en-US"/>
          </a:p>
        </p:txBody>
      </p:sp>
    </p:spTree>
    <p:extLst>
      <p:ext uri="{BB962C8B-B14F-4D97-AF65-F5344CB8AC3E}">
        <p14:creationId xmlns:p14="http://schemas.microsoft.com/office/powerpoint/2010/main" val="2624309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3BD11BA3-E918-4F6B-856F-6D6E048040B2}" type="datetime4">
              <a:rPr lang="en-US" smtClean="0"/>
              <a:t>January 26, 2026</a:t>
            </a:fld>
            <a:endParaRPr lang="en-US"/>
          </a:p>
        </p:txBody>
      </p:sp>
    </p:spTree>
    <p:extLst>
      <p:ext uri="{BB962C8B-B14F-4D97-AF65-F5344CB8AC3E}">
        <p14:creationId xmlns:p14="http://schemas.microsoft.com/office/powerpoint/2010/main" val="40276520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8FE325-7EF4-2BC1-CC28-C3956EA44D90}"/>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angle 7">
            <a:extLst>
              <a:ext uri="{FF2B5EF4-FFF2-40B4-BE49-F238E27FC236}">
                <a16:creationId xmlns:a16="http://schemas.microsoft.com/office/drawing/2014/main" id="{64DC731D-DB3B-8EE9-1728-DB36948ABFE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61722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2514602"/>
            <a:ext cx="6812280" cy="3194302"/>
          </a:xfrm>
          <a:prstGeom prst="rect">
            <a:avLst/>
          </a:prstGeom>
        </p:spPr>
        <p:txBody>
          <a:bodyPr vert="horz" lIns="91440" tIns="45720" rIns="91440" bIns="45720" rtlCol="0" anchor="b">
            <a:normAutofit/>
          </a:bodyPr>
          <a:lstStyle>
            <a:lvl1pPr>
              <a:defRPr lang="en-US" sz="4400" dirty="0">
                <a:solidFill>
                  <a:schemeClr val="tx1"/>
                </a:solidFill>
              </a:defRPr>
            </a:lvl1pPr>
          </a:lstStyle>
          <a:p>
            <a:pPr lvl="0">
              <a:lnSpc>
                <a:spcPct val="120000"/>
              </a:lnSpc>
            </a:pPr>
            <a:r>
              <a:rPr lang="en-US"/>
              <a:t>Click to edit Master title style</a:t>
            </a:r>
            <a:endParaRPr lang="en-US" dirty="0"/>
          </a:p>
        </p:txBody>
      </p:sp>
      <p:sp>
        <p:nvSpPr>
          <p:cNvPr id="11" name="Footer Placeholder 10">
            <a:extLst>
              <a:ext uri="{FF2B5EF4-FFF2-40B4-BE49-F238E27FC236}">
                <a16:creationId xmlns:a16="http://schemas.microsoft.com/office/drawing/2014/main" id="{3963C56F-1F77-4203-D488-3829DB3A81DC}"/>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58E9AB81-9E4D-493C-6966-CE7F84541967}"/>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CCB33265-7891-EEAC-2A77-0EF54FFEF807}"/>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tx1"/>
                </a:solidFill>
              </a:defRPr>
            </a:lvl1pPr>
          </a:lstStyle>
          <a:p>
            <a:fld id="{DD4C18C5-23B1-43CA-8D0C-0D76624D967E}" type="datetime4">
              <a:rPr lang="en-US" smtClean="0"/>
              <a:t>January 26, 2026</a:t>
            </a:fld>
            <a:endParaRPr lang="en-US"/>
          </a:p>
        </p:txBody>
      </p:sp>
    </p:spTree>
    <p:extLst>
      <p:ext uri="{BB962C8B-B14F-4D97-AF65-F5344CB8AC3E}">
        <p14:creationId xmlns:p14="http://schemas.microsoft.com/office/powerpoint/2010/main" val="4013705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rmAutofit/>
          </a:bodyPr>
          <a:lstStyle>
            <a:lvl1pPr algn="ctr">
              <a:lnSpc>
                <a:spcPct val="100000"/>
              </a:lnSpc>
              <a:defRPr sz="44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18F42511-74F8-4B56-AAC6-3C98B1A0BAC5}" type="datetime4">
              <a:rPr lang="en-US" smtClean="0"/>
              <a:t>January 26, 2026</a:t>
            </a:fld>
            <a:endParaRPr lang="en-US"/>
          </a:p>
        </p:txBody>
      </p:sp>
    </p:spTree>
    <p:extLst>
      <p:ext uri="{BB962C8B-B14F-4D97-AF65-F5344CB8AC3E}">
        <p14:creationId xmlns:p14="http://schemas.microsoft.com/office/powerpoint/2010/main" val="323753151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D5E83ADB-4704-4C8F-8BDC-62411F5124DF}" type="datetime4">
              <a:rPr lang="en-US" smtClean="0"/>
              <a:t>January 26, 2026</a:t>
            </a:fld>
            <a:endParaRPr lang="en-US"/>
          </a:p>
        </p:txBody>
      </p:sp>
    </p:spTree>
    <p:extLst>
      <p:ext uri="{BB962C8B-B14F-4D97-AF65-F5344CB8AC3E}">
        <p14:creationId xmlns:p14="http://schemas.microsoft.com/office/powerpoint/2010/main" val="182950561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F68DA2-8FD8-6D2D-DD3C-75F7AE70E305}"/>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tx1"/>
                </a:solidFill>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hasCustomPrompt="1"/>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a:alphaModFix amt="80000"/>
            </a:blip>
            <a:stretch>
              <a:fillRect/>
            </a:stretch>
          </a:blipFill>
        </p:spPr>
        <p:txBody>
          <a:bodyPr wrap="square">
            <a:noAutofit/>
          </a:bodyPr>
          <a:lstStyle>
            <a:lvl1pPr marL="0" indent="0">
              <a:buNone/>
              <a:defRPr>
                <a:solidFill>
                  <a:schemeClr val="bg1"/>
                </a:solidFill>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solidFill>
                  <a:schemeClr val="tx1"/>
                </a:solidFill>
              </a:defRPr>
            </a:lvl1pPr>
            <a:lvl2pPr marL="571500" indent="-342900">
              <a:buFont typeface="+mj-lt"/>
              <a:buAutoNum type="arabicPeriod"/>
              <a:defRPr lang="en-US" sz="1600" dirty="0">
                <a:solidFill>
                  <a:schemeClr val="tx1"/>
                </a:solidFill>
              </a:defRPr>
            </a:lvl2pPr>
            <a:lvl3pPr marL="800100" indent="-342900">
              <a:buFont typeface="+mj-lt"/>
              <a:buAutoNum type="arabicPeriod"/>
              <a:defRPr lang="en-US" dirty="0">
                <a:solidFill>
                  <a:schemeClr val="tx1"/>
                </a:solidFill>
              </a:defRPr>
            </a:lvl3pPr>
            <a:lvl4pPr>
              <a:buFont typeface="+mj-lt"/>
              <a:buAutoNum type="arabicPeriod"/>
              <a:defRPr lang="en-US" dirty="0">
                <a:solidFill>
                  <a:schemeClr val="tx1"/>
                </a:solidFill>
              </a:defRPr>
            </a:lvl4pPr>
            <a:lvl5pPr>
              <a:buFont typeface="+mj-lt"/>
              <a:buAutoNum type="arabicPeriod"/>
              <a:defRPr lang="en-US" dirty="0">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tx1"/>
                </a:solidFill>
              </a:defRPr>
            </a:lvl1pPr>
          </a:lstStyle>
          <a:p>
            <a:fld id="{3B87997F-712C-46D0-8590-02827728B058}" type="datetime4">
              <a:rPr lang="en-US" smtClean="0"/>
              <a:t>January 26, 2026</a:t>
            </a:fld>
            <a:endParaRPr lang="en-US"/>
          </a:p>
        </p:txBody>
      </p:sp>
    </p:spTree>
    <p:extLst>
      <p:ext uri="{BB962C8B-B14F-4D97-AF65-F5344CB8AC3E}">
        <p14:creationId xmlns:p14="http://schemas.microsoft.com/office/powerpoint/2010/main" val="260902870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sz="1800"/>
            </a:lvl1pPr>
            <a:lvl2pPr marL="457200" indent="0" algn="ctr">
              <a:lnSpc>
                <a:spcPct val="130000"/>
              </a:lnSpc>
              <a:buNone/>
              <a:defRPr sz="1600"/>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56C5D836-5754-4174-8068-82E220F5800B}" type="datetime4">
              <a:rPr lang="en-US" smtClean="0"/>
              <a:t>January 26, 2026</a:t>
            </a:fld>
            <a:endParaRPr lang="en-US"/>
          </a:p>
        </p:txBody>
      </p:sp>
    </p:spTree>
    <p:extLst>
      <p:ext uri="{BB962C8B-B14F-4D97-AF65-F5344CB8AC3E}">
        <p14:creationId xmlns:p14="http://schemas.microsoft.com/office/powerpoint/2010/main" val="1565620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8469542E-CD68-4AA3-924E-425E5C7795CF}" type="datetime4">
              <a:rPr lang="en-US" smtClean="0"/>
              <a:t>January 26, 2026</a:t>
            </a:fld>
            <a:endParaRPr lang="en-US"/>
          </a:p>
        </p:txBody>
      </p:sp>
    </p:spTree>
    <p:extLst>
      <p:ext uri="{BB962C8B-B14F-4D97-AF65-F5344CB8AC3E}">
        <p14:creationId xmlns:p14="http://schemas.microsoft.com/office/powerpoint/2010/main" val="3019639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94EFC636-F6E8-4C4D-8568-457972E0BF82}" type="datetime4">
              <a:rPr lang="en-US" smtClean="0"/>
              <a:t>January 26, 2026</a:t>
            </a:fld>
            <a:endParaRPr lang="en-US"/>
          </a:p>
        </p:txBody>
      </p:sp>
    </p:spTree>
    <p:extLst>
      <p:ext uri="{BB962C8B-B14F-4D97-AF65-F5344CB8AC3E}">
        <p14:creationId xmlns:p14="http://schemas.microsoft.com/office/powerpoint/2010/main" val="36760407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44168"/>
            <a:ext cx="3986784" cy="3813048"/>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94960"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AFDC1503-F478-4724-A668-233C9A58478D}" type="datetime4">
              <a:rPr lang="en-US" smtClean="0"/>
              <a:t>January 26, 2026</a:t>
            </a:fld>
            <a:endParaRPr lang="en-US"/>
          </a:p>
        </p:txBody>
      </p:sp>
    </p:spTree>
    <p:extLst>
      <p:ext uri="{BB962C8B-B14F-4D97-AF65-F5344CB8AC3E}">
        <p14:creationId xmlns:p14="http://schemas.microsoft.com/office/powerpoint/2010/main" val="2366737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EEE9064D-9AB2-45E2-A243-3D991F981AD8}" type="datetime4">
              <a:rPr lang="en-US" smtClean="0"/>
              <a:t>January 26, 2026</a:t>
            </a:fld>
            <a:endParaRPr lang="en-US"/>
          </a:p>
        </p:txBody>
      </p:sp>
    </p:spTree>
    <p:extLst>
      <p:ext uri="{BB962C8B-B14F-4D97-AF65-F5344CB8AC3E}">
        <p14:creationId xmlns:p14="http://schemas.microsoft.com/office/powerpoint/2010/main" val="17257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D222765E-6FC3-4FF4-B19E-ED5BAA536ADF}" type="datetime4">
              <a:rPr lang="en-US" smtClean="0"/>
              <a:t>January 26, 2026</a:t>
            </a:fld>
            <a:endParaRPr lang="en-US"/>
          </a:p>
        </p:txBody>
      </p:sp>
    </p:spTree>
    <p:extLst>
      <p:ext uri="{BB962C8B-B14F-4D97-AF65-F5344CB8AC3E}">
        <p14:creationId xmlns:p14="http://schemas.microsoft.com/office/powerpoint/2010/main" val="2534304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758952"/>
            <a:ext cx="3276600" cy="4389120"/>
          </a:xfrm>
          <a:prstGeom prst="rect">
            <a:avLst/>
          </a:prstGeom>
        </p:spPr>
        <p:txBody>
          <a:bodyPr vert="horz" lIns="91440" tIns="45720" rIns="91440" bIns="45720" rtlCol="0" anchor="t">
            <a:normAutofit/>
          </a:bodyPr>
          <a:lstStyle>
            <a:lvl1pPr>
              <a:defRPr lang="en-US" sz="2600"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70A5E8A2-BE8C-4F0C-A297-8E3F932349F2}" type="datetime4">
              <a:rPr lang="en-US" smtClean="0"/>
              <a:t>January 26, 2026</a:t>
            </a:fld>
            <a:endParaRPr lang="en-US"/>
          </a:p>
        </p:txBody>
      </p:sp>
    </p:spTree>
    <p:extLst>
      <p:ext uri="{BB962C8B-B14F-4D97-AF65-F5344CB8AC3E}">
        <p14:creationId xmlns:p14="http://schemas.microsoft.com/office/powerpoint/2010/main" val="519174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3026664" cy="4114800"/>
          </a:xfrm>
          <a:prstGeom prst="rect">
            <a:avLst/>
          </a:prstGeom>
        </p:spPr>
        <p:txBody>
          <a:bodyPr anchor="t">
            <a:normAutofit/>
          </a:bodyPr>
          <a:lstStyle>
            <a:lvl1pPr>
              <a:lnSpc>
                <a:spcPct val="120000"/>
              </a:lnSpc>
              <a:defRPr sz="2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68D5CF3B-4DE2-417A-9628-56DD36111FF5}" type="datetime4">
              <a:rPr lang="en-US" smtClean="0"/>
              <a:t>January 26, 2026</a:t>
            </a:fld>
            <a:endParaRPr lang="en-US"/>
          </a:p>
        </p:txBody>
      </p:sp>
    </p:spTree>
    <p:extLst>
      <p:ext uri="{BB962C8B-B14F-4D97-AF65-F5344CB8AC3E}">
        <p14:creationId xmlns:p14="http://schemas.microsoft.com/office/powerpoint/2010/main" val="2610922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8132064"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8EBBEA4-B642-4482-AAAB-F8C968090D5B}" type="datetime4">
              <a:rPr lang="en-US" smtClean="0"/>
              <a:t>January 26, 2026</a:t>
            </a:fld>
            <a:endParaRPr lang="en-US"/>
          </a:p>
        </p:txBody>
      </p:sp>
    </p:spTree>
    <p:extLst>
      <p:ext uri="{BB962C8B-B14F-4D97-AF65-F5344CB8AC3E}">
        <p14:creationId xmlns:p14="http://schemas.microsoft.com/office/powerpoint/2010/main" val="2667466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0" y="0"/>
            <a:ext cx="4050792"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BA4593D-59CB-492E-ABE2-368F7D46160C}" type="datetime4">
              <a:rPr lang="en-US" smtClean="0"/>
              <a:t>January 26, 2026</a:t>
            </a:fld>
            <a:endParaRPr lang="en-US"/>
          </a:p>
        </p:txBody>
      </p:sp>
    </p:spTree>
    <p:extLst>
      <p:ext uri="{BB962C8B-B14F-4D97-AF65-F5344CB8AC3E}">
        <p14:creationId xmlns:p14="http://schemas.microsoft.com/office/powerpoint/2010/main" val="4119986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8129016"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A6A8C34F-BCF9-44D6-9A61-F95110E279A3}" type="datetime4">
              <a:rPr lang="en-US" smtClean="0"/>
              <a:t>January 26, 2026</a:t>
            </a:fld>
            <a:endParaRPr lang="en-US"/>
          </a:p>
        </p:txBody>
      </p:sp>
    </p:spTree>
    <p:extLst>
      <p:ext uri="{BB962C8B-B14F-4D97-AF65-F5344CB8AC3E}">
        <p14:creationId xmlns:p14="http://schemas.microsoft.com/office/powerpoint/2010/main" val="18097443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0C3BB61-8B73-424D-8581-F409903383E2}" type="datetime4">
              <a:rPr lang="en-US" smtClean="0"/>
              <a:t>January 26, 2026</a:t>
            </a:fld>
            <a:endParaRPr lang="en-US"/>
          </a:p>
        </p:txBody>
      </p:sp>
    </p:spTree>
    <p:extLst>
      <p:ext uri="{BB962C8B-B14F-4D97-AF65-F5344CB8AC3E}">
        <p14:creationId xmlns:p14="http://schemas.microsoft.com/office/powerpoint/2010/main" val="1988335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E02D6E6F-2358-4D77-93A9-B458204A23A8}" type="datetime4">
              <a:rPr lang="en-US" smtClean="0"/>
              <a:t>January 26, 2026</a:t>
            </a:fld>
            <a:endParaRPr lang="en-US"/>
          </a:p>
        </p:txBody>
      </p:sp>
    </p:spTree>
    <p:extLst>
      <p:ext uri="{BB962C8B-B14F-4D97-AF65-F5344CB8AC3E}">
        <p14:creationId xmlns:p14="http://schemas.microsoft.com/office/powerpoint/2010/main" val="728534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06456" cy="621792"/>
          </a:xfrm>
          <a:prstGeom prst="rect">
            <a:avLst/>
          </a:prstGeom>
        </p:spPr>
        <p:txBody>
          <a:bodyPr/>
          <a:lstStyle>
            <a:lvl1pPr>
              <a:lnSpc>
                <a:spcPct val="120000"/>
              </a:lnSpc>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706A190-8EBD-4794-A851-92BB5E0BDD4D}" type="datetime4">
              <a:rPr lang="en-US" smtClean="0"/>
              <a:t>January 26, 2026</a:t>
            </a:fld>
            <a:endParaRPr lang="en-US"/>
          </a:p>
        </p:txBody>
      </p:sp>
    </p:spTree>
    <p:extLst>
      <p:ext uri="{BB962C8B-B14F-4D97-AF65-F5344CB8AC3E}">
        <p14:creationId xmlns:p14="http://schemas.microsoft.com/office/powerpoint/2010/main" val="39824149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6083808" y="0"/>
            <a:ext cx="6108192"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F84BFA0D-9A5F-4EE3-A3FD-82A86EE972AE}" type="datetime4">
              <a:rPr lang="en-US" smtClean="0"/>
              <a:t>January 26, 2026</a:t>
            </a:fld>
            <a:endParaRPr lang="en-US"/>
          </a:p>
        </p:txBody>
      </p:sp>
    </p:spTree>
    <p:extLst>
      <p:ext uri="{BB962C8B-B14F-4D97-AF65-F5344CB8AC3E}">
        <p14:creationId xmlns:p14="http://schemas.microsoft.com/office/powerpoint/2010/main" val="3482342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1" y="0"/>
            <a:ext cx="6835155"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4FD3D564-0365-46F9-82BC-CDD300CEFE62}" type="datetime4">
              <a:rPr lang="en-US" smtClean="0"/>
              <a:t>January 26, 2026</a:t>
            </a:fld>
            <a:endParaRPr lang="en-US"/>
          </a:p>
        </p:txBody>
      </p:sp>
    </p:spTree>
    <p:extLst>
      <p:ext uri="{BB962C8B-B14F-4D97-AF65-F5344CB8AC3E}">
        <p14:creationId xmlns:p14="http://schemas.microsoft.com/office/powerpoint/2010/main" val="3451082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5069897" y="758952"/>
            <a:ext cx="636010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7397E9B-E8AE-4203-8459-BAC5DBFA1928}" type="datetime4">
              <a:rPr lang="en-US" smtClean="0"/>
              <a:t>January 26, 2026</a:t>
            </a:fld>
            <a:endParaRPr lang="en-US"/>
          </a:p>
        </p:txBody>
      </p:sp>
    </p:spTree>
    <p:extLst>
      <p:ext uri="{BB962C8B-B14F-4D97-AF65-F5344CB8AC3E}">
        <p14:creationId xmlns:p14="http://schemas.microsoft.com/office/powerpoint/2010/main" val="40077673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rmAutofit/>
          </a:bodyPr>
          <a:lstStyle>
            <a:lvl1pPr>
              <a:defRPr lang="en-US" sz="2600" dirty="0"/>
            </a:lvl1pPr>
          </a:lstStyle>
          <a:p>
            <a:pPr lvl="0">
              <a:lnSpc>
                <a:spcPct val="120000"/>
              </a:lnSpc>
            </a:pPr>
            <a:r>
              <a:rPr lang="en-US"/>
              <a:t>Click to edit Master title style</a:t>
            </a:r>
            <a:endParaRPr lang="en-US" dirty="0"/>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hasCustomPrompt="1"/>
          </p:nvPr>
        </p:nvSpPr>
        <p:spPr>
          <a:xfrm>
            <a:off x="0" y="0"/>
            <a:ext cx="7810394"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2CF74C9-AA5A-4DD7-9934-B71855E316A9}" type="datetime4">
              <a:rPr lang="en-US" smtClean="0"/>
              <a:t>January 26, 2026</a:t>
            </a:fld>
            <a:endParaRPr lang="en-US"/>
          </a:p>
        </p:txBody>
      </p:sp>
    </p:spTree>
    <p:extLst>
      <p:ext uri="{BB962C8B-B14F-4D97-AF65-F5344CB8AC3E}">
        <p14:creationId xmlns:p14="http://schemas.microsoft.com/office/powerpoint/2010/main" val="2766434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rmAutofit/>
          </a:bodyPr>
          <a:lstStyle>
            <a:lvl1pPr>
              <a:defRPr lang="en-US" sz="2400" dirty="0"/>
            </a:lvl1pPr>
          </a:lstStyle>
          <a:p>
            <a:pPr lvl="0">
              <a:lnSpc>
                <a:spcPct val="120000"/>
              </a:lnSpc>
            </a:pPr>
            <a:r>
              <a:rPr lang="en-US"/>
              <a:t>Click to edit Master title style</a:t>
            </a:r>
            <a:endParaRPr lang="en-US" dirty="0"/>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hasCustomPrompt="1"/>
          </p:nvPr>
        </p:nvSpPr>
        <p:spPr>
          <a:xfrm>
            <a:off x="740664" y="0"/>
            <a:ext cx="10680192" cy="4562856"/>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222A1667-4A0F-48F9-BBF1-D3EC6E1022BA}" type="datetime4">
              <a:rPr lang="en-US" smtClean="0"/>
              <a:t>January 26, 2026</a:t>
            </a:fld>
            <a:endParaRPr lang="en-US"/>
          </a:p>
        </p:txBody>
      </p:sp>
    </p:spTree>
    <p:extLst>
      <p:ext uri="{BB962C8B-B14F-4D97-AF65-F5344CB8AC3E}">
        <p14:creationId xmlns:p14="http://schemas.microsoft.com/office/powerpoint/2010/main" val="9770513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735056" cy="923544"/>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612648" y="1892808"/>
            <a:ext cx="3054096" cy="420624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DF247505-D930-4024-8CFE-611E51146D16}" type="datetime4">
              <a:rPr lang="en-US" smtClean="0"/>
              <a:t>January 26, 2026</a:t>
            </a:fld>
            <a:endParaRPr lang="en-US"/>
          </a:p>
        </p:txBody>
      </p:sp>
    </p:spTree>
    <p:extLst>
      <p:ext uri="{BB962C8B-B14F-4D97-AF65-F5344CB8AC3E}">
        <p14:creationId xmlns:p14="http://schemas.microsoft.com/office/powerpoint/2010/main" val="3821228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26CE5D-5E71-34E9-21B5-8EEB677BAF70}"/>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rmAutofit/>
          </a:bodyPr>
          <a:lstStyle>
            <a:lvl1pPr algn="ctr">
              <a:defRPr lang="en-US" sz="2600" dirty="0">
                <a:solidFill>
                  <a:schemeClr val="bg1"/>
                </a:solidFill>
              </a:defRPr>
            </a:lvl1pPr>
          </a:lstStyle>
          <a:p>
            <a:pPr lvl="0">
              <a:lnSpc>
                <a:spcPct val="120000"/>
              </a:lnSpc>
            </a:pPr>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B5DAC964-5ED5-4E3D-98A1-C42D2BF958CA}" type="datetime4">
              <a:rPr lang="en-US" smtClean="0"/>
              <a:t>January 26, 2026</a:t>
            </a:fld>
            <a:endParaRPr lang="en-US"/>
          </a:p>
        </p:txBody>
      </p:sp>
    </p:spTree>
    <p:extLst>
      <p:ext uri="{BB962C8B-B14F-4D97-AF65-F5344CB8AC3E}">
        <p14:creationId xmlns:p14="http://schemas.microsoft.com/office/powerpoint/2010/main" val="3705582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rmAutofit/>
          </a:bodyPr>
          <a:lstStyle>
            <a:lvl1pPr>
              <a:defRPr lang="en-US"/>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9EC1A304-701C-41E4-B1CD-607E1F9CDC82}" type="datetime4">
              <a:rPr lang="en-US" smtClean="0"/>
              <a:t>January 26, 2026</a:t>
            </a:fld>
            <a:endParaRPr lang="en-US"/>
          </a:p>
        </p:txBody>
      </p:sp>
    </p:spTree>
    <p:extLst>
      <p:ext uri="{BB962C8B-B14F-4D97-AF65-F5344CB8AC3E}">
        <p14:creationId xmlns:p14="http://schemas.microsoft.com/office/powerpoint/2010/main" val="16150291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rmAutofit/>
          </a:bodyPr>
          <a:lstStyle>
            <a:lvl1pPr>
              <a:defRPr lang="en-US" sz="2600"/>
            </a:lvl1pPr>
          </a:lstStyle>
          <a:p>
            <a:pPr lvl="0">
              <a:lnSpc>
                <a:spcPct val="120000"/>
              </a:lnSpc>
            </a:pPr>
            <a:r>
              <a:rPr lang="en-US"/>
              <a:t>Click to edit Master title style</a:t>
            </a:r>
            <a:endParaRPr lang="en-US" dirty="0"/>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hasCustomPrompt="1"/>
          </p:nvPr>
        </p:nvSpPr>
        <p:spPr>
          <a:xfrm>
            <a:off x="749808" y="3127248"/>
            <a:ext cx="2752344" cy="29718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1995FD63-C051-4851-A820-8DDBF241CA60}" type="datetime4">
              <a:rPr lang="en-US" smtClean="0"/>
              <a:t>January 26, 2026</a:t>
            </a:fld>
            <a:endParaRPr lang="en-US"/>
          </a:p>
        </p:txBody>
      </p:sp>
    </p:spTree>
    <p:extLst>
      <p:ext uri="{BB962C8B-B14F-4D97-AF65-F5344CB8AC3E}">
        <p14:creationId xmlns:p14="http://schemas.microsoft.com/office/powerpoint/2010/main" val="1232745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F16E8A-F858-76B7-7703-ABB82298AB2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0E65EC-69D1-FAC9-D6E5-6E8A2AB82A01}"/>
              </a:ext>
            </a:extLst>
          </p:cNvPr>
          <p:cNvSpPr>
            <a:spLocks noGrp="1"/>
          </p:cNvSpPr>
          <p:nvPr>
            <p:ph type="title"/>
          </p:nvPr>
        </p:nvSpPr>
        <p:spPr>
          <a:xfrm>
            <a:off x="2331720" y="4828032"/>
            <a:ext cx="7525512" cy="1545336"/>
          </a:xfrm>
        </p:spPr>
        <p:txBody>
          <a:bodyPr anchor="t">
            <a:normAutofit/>
          </a:bodyPr>
          <a:lstStyle>
            <a:lvl1pPr marL="0" algn="ctr">
              <a:lnSpc>
                <a:spcPct val="130000"/>
              </a:lnSpc>
              <a:spcBef>
                <a:spcPts val="0"/>
              </a:spcBef>
              <a:defRPr sz="2800" b="0" cap="none" spc="0" baseline="0">
                <a:solidFill>
                  <a:schemeClr val="tx1"/>
                </a:solidFill>
                <a:latin typeface="+mn-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07DB61-BE6C-9AEA-49B9-291425132BD9}"/>
              </a:ext>
            </a:extLst>
          </p:cNvPr>
          <p:cNvSpPr>
            <a:spLocks noGrp="1"/>
          </p:cNvSpPr>
          <p:nvPr>
            <p:ph sz="quarter" idx="13" hasCustomPrompt="1"/>
          </p:nvPr>
        </p:nvSpPr>
        <p:spPr>
          <a:xfrm>
            <a:off x="822960" y="548640"/>
            <a:ext cx="10543032" cy="4114800"/>
          </a:xfrm>
        </p:spPr>
        <p:txBody>
          <a:bodyPr anchor="b">
            <a:normAutofit/>
          </a:bodyPr>
          <a:lstStyle>
            <a:lvl1pPr marL="0" indent="0" algn="ctr">
              <a:lnSpc>
                <a:spcPct val="120000"/>
              </a:lnSpc>
              <a:spcBef>
                <a:spcPts val="0"/>
              </a:spcBef>
              <a:buNone/>
              <a:defRPr sz="23200" b="1" spc="500"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 name="Footer Placeholder 2">
            <a:extLst>
              <a:ext uri="{FF2B5EF4-FFF2-40B4-BE49-F238E27FC236}">
                <a16:creationId xmlns:a16="http://schemas.microsoft.com/office/drawing/2014/main" id="{47D970E4-89C7-FDD7-2F15-A6B821976CD9}"/>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E7721770-26D7-706F-0EDB-A445E203E012}"/>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BC55A4EF-CED2-308E-B4C9-D9B9653D2AD1}"/>
              </a:ext>
            </a:extLst>
          </p:cNvPr>
          <p:cNvSpPr>
            <a:spLocks noGrp="1"/>
          </p:cNvSpPr>
          <p:nvPr>
            <p:ph type="dt" sz="half" idx="12"/>
          </p:nvPr>
        </p:nvSpPr>
        <p:spPr/>
        <p:txBody>
          <a:bodyPr/>
          <a:lstStyle>
            <a:lvl1pPr>
              <a:defRPr>
                <a:solidFill>
                  <a:schemeClr val="tx1"/>
                </a:solidFill>
              </a:defRPr>
            </a:lvl1pPr>
          </a:lstStyle>
          <a:p>
            <a:fld id="{B78997B2-9003-48CD-B83A-C903A0638E6F}" type="datetime4">
              <a:rPr lang="en-US" smtClean="0"/>
              <a:t>January 26, 2026</a:t>
            </a:fld>
            <a:endParaRPr lang="en-US"/>
          </a:p>
        </p:txBody>
      </p:sp>
    </p:spTree>
    <p:extLst>
      <p:ext uri="{BB962C8B-B14F-4D97-AF65-F5344CB8AC3E}">
        <p14:creationId xmlns:p14="http://schemas.microsoft.com/office/powerpoint/2010/main" val="280954006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43AE59-31BF-4CD0-B64D-488B187044AD}"/>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FEF9AB3-605A-C45F-3FFA-AEF6C0D87134}"/>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40B12-A59E-654A-6E7E-8CBC32CC5C12}"/>
              </a:ext>
            </a:extLst>
          </p:cNvPr>
          <p:cNvSpPr>
            <a:spLocks noGrp="1"/>
          </p:cNvSpPr>
          <p:nvPr>
            <p:ph type="title"/>
          </p:nvPr>
        </p:nvSpPr>
        <p:spPr>
          <a:xfrm>
            <a:off x="7132320" y="1481328"/>
            <a:ext cx="3977640" cy="3886200"/>
          </a:xfrm>
        </p:spPr>
        <p:txBody>
          <a:bodyPr anchor="ctr"/>
          <a:lstStyle>
            <a:lvl1pPr algn="ctr">
              <a:spcBef>
                <a:spcPts val="1000"/>
              </a:spcBef>
              <a:defRPr b="0" cap="none"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AA62E67-6EFE-A657-9851-29A1E17F2C61}"/>
              </a:ext>
            </a:extLst>
          </p:cNvPr>
          <p:cNvSpPr>
            <a:spLocks noGrp="1"/>
          </p:cNvSpPr>
          <p:nvPr>
            <p:ph sz="quarter" idx="13" hasCustomPrompt="1"/>
          </p:nvPr>
        </p:nvSpPr>
        <p:spPr>
          <a:xfrm>
            <a:off x="1005840" y="1399032"/>
            <a:ext cx="5029200" cy="3886200"/>
          </a:xfrm>
        </p:spPr>
        <p:txBody>
          <a:bodyPr anchor="ctr">
            <a:normAutofit/>
          </a:bodyPr>
          <a:lstStyle>
            <a:lvl1pPr marL="0" indent="0" algn="ctr">
              <a:lnSpc>
                <a:spcPct val="120000"/>
              </a:lnSpc>
              <a:spcBef>
                <a:spcPts val="0"/>
              </a:spcBef>
              <a:buNone/>
              <a:defRPr sz="16500" b="1" spc="500" baseline="0">
                <a:solidFill>
                  <a:schemeClr val="bg1"/>
                </a:solidFill>
                <a:latin typeface="+mj-lt"/>
              </a:defRPr>
            </a:lvl1pPr>
            <a:lvl2pPr marL="228600" indent="0">
              <a:buNone/>
              <a:defRPr/>
            </a:lvl2pPr>
          </a:lstStyle>
          <a:p>
            <a:pPr lvl="0"/>
            <a:r>
              <a:rPr lang="en-US" dirty="0"/>
              <a:t>##%</a:t>
            </a:r>
          </a:p>
        </p:txBody>
      </p:sp>
      <p:sp>
        <p:nvSpPr>
          <p:cNvPr id="3" name="Footer Placeholder 2">
            <a:extLst>
              <a:ext uri="{FF2B5EF4-FFF2-40B4-BE49-F238E27FC236}">
                <a16:creationId xmlns:a16="http://schemas.microsoft.com/office/drawing/2014/main" id="{980B5812-D54A-2810-00A5-4B3384EA458C}"/>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FC0F3867-F89A-4A63-8E1F-30A9D8443513}"/>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AAA9ED1A-DC2B-ED35-A437-746FE2AE3EFA}"/>
              </a:ext>
            </a:extLst>
          </p:cNvPr>
          <p:cNvSpPr>
            <a:spLocks noGrp="1"/>
          </p:cNvSpPr>
          <p:nvPr>
            <p:ph type="dt" sz="half" idx="12"/>
          </p:nvPr>
        </p:nvSpPr>
        <p:spPr/>
        <p:txBody>
          <a:bodyPr/>
          <a:lstStyle>
            <a:lvl1pPr>
              <a:defRPr>
                <a:solidFill>
                  <a:schemeClr val="tx1"/>
                </a:solidFill>
              </a:defRPr>
            </a:lvl1pPr>
          </a:lstStyle>
          <a:p>
            <a:fld id="{E231C0BD-AF59-4F1B-B4C9-58747A5032BD}" type="datetime4">
              <a:rPr lang="en-US" smtClean="0"/>
              <a:t>January 26, 2026</a:t>
            </a:fld>
            <a:endParaRPr lang="en-US"/>
          </a:p>
        </p:txBody>
      </p:sp>
    </p:spTree>
    <p:extLst>
      <p:ext uri="{BB962C8B-B14F-4D97-AF65-F5344CB8AC3E}">
        <p14:creationId xmlns:p14="http://schemas.microsoft.com/office/powerpoint/2010/main" val="26965471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1F36-A966-D880-C890-0B3EA3C978B6}"/>
              </a:ext>
            </a:extLst>
          </p:cNvPr>
          <p:cNvSpPr>
            <a:spLocks noGrp="1"/>
          </p:cNvSpPr>
          <p:nvPr>
            <p:ph type="title"/>
          </p:nvPr>
        </p:nvSpPr>
        <p:spPr>
          <a:xfrm>
            <a:off x="621792" y="5157216"/>
            <a:ext cx="6931152" cy="1353312"/>
          </a:xfrm>
        </p:spPr>
        <p:txBody>
          <a:bodyPr vert="horz" lIns="91440" tIns="45720" rIns="91440" bIns="45720" rtlCol="0" anchor="ctr">
            <a:normAutofit/>
          </a:bodyPr>
          <a:lstStyle>
            <a:lvl1pPr>
              <a:defRPr lang="en-US" b="0" cap="none" spc="0" baseline="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5B8CC9FE-E9AE-82C9-1D49-0568AE22C3A3}"/>
              </a:ext>
            </a:extLst>
          </p:cNvPr>
          <p:cNvSpPr>
            <a:spLocks noGrp="1"/>
          </p:cNvSpPr>
          <p:nvPr>
            <p:ph sz="quarter" idx="13" hasCustomPrompt="1"/>
          </p:nvPr>
        </p:nvSpPr>
        <p:spPr>
          <a:xfrm>
            <a:off x="621792" y="603504"/>
            <a:ext cx="10716768" cy="4206240"/>
          </a:xfrm>
        </p:spPr>
        <p:txBody>
          <a:bodyPr vert="horz" lIns="91440" tIns="45720" rIns="91440" bIns="45720" rtlCol="0" anchor="ctr">
            <a:normAutofit/>
          </a:bodyPr>
          <a:lstStyle>
            <a:lvl1pPr marL="0" indent="0">
              <a:lnSpc>
                <a:spcPct val="120000"/>
              </a:lnSpc>
              <a:spcBef>
                <a:spcPts val="0"/>
              </a:spcBef>
              <a:buNone/>
              <a:defRPr lang="en-US" sz="39000" b="1" spc="500" baseline="0"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29FA889A-0E94-96F7-790B-F7EF9DDB147D}"/>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2E4FEE4D-78A2-B098-B481-6CC916DC93A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625CB889-1611-4735-09D2-89114FF81E80}"/>
              </a:ext>
            </a:extLst>
          </p:cNvPr>
          <p:cNvSpPr>
            <a:spLocks noGrp="1"/>
          </p:cNvSpPr>
          <p:nvPr>
            <p:ph type="dt" sz="half" idx="12"/>
          </p:nvPr>
        </p:nvSpPr>
        <p:spPr/>
        <p:txBody>
          <a:bodyPr/>
          <a:lstStyle/>
          <a:p>
            <a:fld id="{116C72B1-0A2D-429D-B2B1-BF5B377D1D89}" type="datetime4">
              <a:rPr lang="en-US" smtClean="0"/>
              <a:t>January 26, 2026</a:t>
            </a:fld>
            <a:endParaRPr lang="en-US"/>
          </a:p>
        </p:txBody>
      </p:sp>
    </p:spTree>
    <p:extLst>
      <p:ext uri="{BB962C8B-B14F-4D97-AF65-F5344CB8AC3E}">
        <p14:creationId xmlns:p14="http://schemas.microsoft.com/office/powerpoint/2010/main" val="6122842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rm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F4CD7DA1-433E-4F42-9B26-CF2D550CE4CE}" type="datetime4">
              <a:rPr lang="en-US" smtClean="0"/>
              <a:t>January 26, 2026</a:t>
            </a:fld>
            <a:endParaRPr lang="en-US"/>
          </a:p>
        </p:txBody>
      </p:sp>
    </p:spTree>
    <p:extLst>
      <p:ext uri="{BB962C8B-B14F-4D97-AF65-F5344CB8AC3E}">
        <p14:creationId xmlns:p14="http://schemas.microsoft.com/office/powerpoint/2010/main" val="2174225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DCB91B-F7AB-C799-1090-5C309D0D60A3}"/>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rmAutofit/>
          </a:bodyPr>
          <a:lstStyle>
            <a:lvl1pPr marL="0" indent="0">
              <a:lnSpc>
                <a:spcPct val="100000"/>
              </a:lnSpc>
              <a:buNone/>
              <a:defRPr sz="5400" b="1">
                <a:solidFill>
                  <a:schemeClr val="tx1"/>
                </a:solidFill>
                <a:latin typeface="+mj-lt"/>
              </a:defRPr>
            </a:lvl1pPr>
            <a:lvl2pPr marL="228600" indent="0">
              <a:lnSpc>
                <a:spcPct val="100000"/>
              </a:lnSpc>
              <a:buNone/>
              <a:defRPr sz="4800" b="1">
                <a:solidFill>
                  <a:schemeClr val="tx1"/>
                </a:solidFill>
                <a:latin typeface="+mj-lt"/>
              </a:defRPr>
            </a:lvl2pPr>
            <a:lvl3pPr marL="457200" indent="0">
              <a:lnSpc>
                <a:spcPct val="100000"/>
              </a:lnSpc>
              <a:buNone/>
              <a:defRPr sz="4400" b="1">
                <a:solidFill>
                  <a:schemeClr val="tx1"/>
                </a:solidFill>
                <a:latin typeface="+mj-lt"/>
              </a:defRPr>
            </a:lvl3pPr>
            <a:lvl4pPr marL="685800" indent="0">
              <a:lnSpc>
                <a:spcPct val="100000"/>
              </a:lnSpc>
              <a:buNone/>
              <a:defRPr sz="4000" b="1">
                <a:solidFill>
                  <a:schemeClr val="tx1"/>
                </a:solidFill>
                <a:latin typeface="+mj-lt"/>
              </a:defRPr>
            </a:lvl4pPr>
            <a:lvl5pPr marL="914400" indent="0">
              <a:lnSpc>
                <a:spcPct val="100000"/>
              </a:lnSpc>
              <a:buNone/>
              <a:defRPr sz="3600" b="1">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lvl1pPr>
              <a:defRPr>
                <a:solidFill>
                  <a:schemeClr val="bg1"/>
                </a:solidFill>
              </a:defRPr>
            </a:lvl1pPr>
          </a:lstStyle>
          <a:p>
            <a:fld id="{83AB15FE-21A4-45E6-A659-0B78C0AFE145}" type="datetime4">
              <a:rPr lang="en-US" smtClean="0"/>
              <a:t>January 26, 2026</a:t>
            </a:fld>
            <a:endParaRPr lang="en-US"/>
          </a:p>
        </p:txBody>
      </p:sp>
    </p:spTree>
    <p:extLst>
      <p:ext uri="{BB962C8B-B14F-4D97-AF65-F5344CB8AC3E}">
        <p14:creationId xmlns:p14="http://schemas.microsoft.com/office/powerpoint/2010/main" val="54705388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E9CBC3-FB2F-021E-EC50-10053B0965C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tx1"/>
                </a:solidFill>
                <a:latin typeface="+mj-lt"/>
              </a:defRPr>
            </a:lvl1pPr>
            <a:lvl2pPr marL="228600" indent="0" algn="ctr">
              <a:lnSpc>
                <a:spcPct val="120000"/>
              </a:lnSpc>
              <a:buNone/>
              <a:defRPr sz="2400" b="1" cap="all" spc="400" baseline="0">
                <a:solidFill>
                  <a:schemeClr val="tx1"/>
                </a:solidFill>
                <a:latin typeface="+mj-lt"/>
              </a:defRPr>
            </a:lvl2pPr>
            <a:lvl3pPr marL="457200" indent="0" algn="ctr">
              <a:lnSpc>
                <a:spcPct val="120000"/>
              </a:lnSpc>
              <a:buNone/>
              <a:defRPr sz="2000" b="1" cap="all" spc="400" baseline="0">
                <a:solidFill>
                  <a:schemeClr val="tx1"/>
                </a:solidFill>
                <a:latin typeface="+mj-lt"/>
              </a:defRPr>
            </a:lvl3pPr>
            <a:lvl4pPr marL="685800" indent="0" algn="ctr">
              <a:lnSpc>
                <a:spcPct val="120000"/>
              </a:lnSpc>
              <a:buNone/>
              <a:defRPr sz="1800" b="1" cap="all" spc="400" baseline="0">
                <a:solidFill>
                  <a:schemeClr val="tx1"/>
                </a:solidFill>
                <a:latin typeface="+mj-lt"/>
              </a:defRPr>
            </a:lvl4pPr>
            <a:lvl5pPr marL="914400" indent="0" algn="ctr">
              <a:lnSpc>
                <a:spcPct val="120000"/>
              </a:lnSpc>
              <a:buNone/>
              <a:defRPr sz="1600" b="1" cap="all" spc="400" baseline="0">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lvl1pPr>
              <a:defRPr>
                <a:solidFill>
                  <a:schemeClr val="bg1"/>
                </a:solidFill>
              </a:defRPr>
            </a:lvl1pPr>
          </a:lstStyle>
          <a:p>
            <a:fld id="{6278CC93-B0F3-4283-8974-85855996F404}" type="datetime4">
              <a:rPr lang="en-US" smtClean="0"/>
              <a:t>January 26, 2026</a:t>
            </a:fld>
            <a:endParaRPr lang="en-US"/>
          </a:p>
        </p:txBody>
      </p:sp>
    </p:spTree>
    <p:extLst>
      <p:ext uri="{BB962C8B-B14F-4D97-AF65-F5344CB8AC3E}">
        <p14:creationId xmlns:p14="http://schemas.microsoft.com/office/powerpoint/2010/main" val="35703575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0B047BF-CD59-858F-FEF7-4BA0796EAB44}"/>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47B0D95-DF22-57F5-3C15-D2F909A7A2B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D90803-9DC8-DCE0-C7B4-CC97922ED804}"/>
              </a:ext>
            </a:extLst>
          </p:cNvPr>
          <p:cNvSpPr>
            <a:spLocks noGrp="1"/>
          </p:cNvSpPr>
          <p:nvPr>
            <p:ph type="title" hasCustomPrompt="1"/>
          </p:nvPr>
        </p:nvSpPr>
        <p:spPr>
          <a:xfrm>
            <a:off x="1472184" y="5148072"/>
            <a:ext cx="8887968" cy="594360"/>
          </a:xfrm>
        </p:spPr>
        <p:txBody>
          <a:bodyPr anchor="ctr">
            <a:normAutofit/>
          </a:bodyPr>
          <a:lstStyle>
            <a:lvl1pPr>
              <a:defRPr sz="1800" cap="none"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898352C0-F184-BC65-77D9-FE1CE18255C4}"/>
              </a:ext>
            </a:extLst>
          </p:cNvPr>
          <p:cNvSpPr>
            <a:spLocks noGrp="1"/>
          </p:cNvSpPr>
          <p:nvPr>
            <p:ph sz="quarter" idx="13" hasCustomPrompt="1"/>
          </p:nvPr>
        </p:nvSpPr>
        <p:spPr>
          <a:xfrm>
            <a:off x="1289304" y="1344168"/>
            <a:ext cx="9070848" cy="3209544"/>
          </a:xfrm>
        </p:spPr>
        <p:txBody>
          <a:bodyPr anchor="ctr">
            <a:normAutofit/>
          </a:bodyPr>
          <a:lstStyle>
            <a:lvl1pPr marL="219456" indent="-219456">
              <a:lnSpc>
                <a:spcPct val="120000"/>
              </a:lnSpc>
              <a:buNone/>
              <a:defRPr sz="3200" b="1" cap="all" spc="500" baseline="0">
                <a:solidFill>
                  <a:schemeClr val="tx1"/>
                </a:solidFill>
                <a:latin typeface="+mj-lt"/>
              </a:defRPr>
            </a:lvl1pPr>
          </a:lstStyle>
          <a:p>
            <a:pPr lvl="0"/>
            <a:r>
              <a:rPr lang="en-US" dirty="0"/>
              <a:t>Click to edit Quote</a:t>
            </a:r>
          </a:p>
        </p:txBody>
      </p:sp>
      <p:sp>
        <p:nvSpPr>
          <p:cNvPr id="11" name="Footer Placeholder 10">
            <a:extLst>
              <a:ext uri="{FF2B5EF4-FFF2-40B4-BE49-F238E27FC236}">
                <a16:creationId xmlns:a16="http://schemas.microsoft.com/office/drawing/2014/main" id="{86BF1104-41B7-684E-F9A9-1628C76ECC2B}"/>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2" name="Slide Number Placeholder 11">
            <a:extLst>
              <a:ext uri="{FF2B5EF4-FFF2-40B4-BE49-F238E27FC236}">
                <a16:creationId xmlns:a16="http://schemas.microsoft.com/office/drawing/2014/main" id="{48FBF88A-AA04-CBE1-0E79-CE2CFF4D7D3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10" name="Date Placeholder 9">
            <a:extLst>
              <a:ext uri="{FF2B5EF4-FFF2-40B4-BE49-F238E27FC236}">
                <a16:creationId xmlns:a16="http://schemas.microsoft.com/office/drawing/2014/main" id="{003D9FE4-1C94-9ACB-155D-315DFA0F7362}"/>
              </a:ext>
            </a:extLst>
          </p:cNvPr>
          <p:cNvSpPr>
            <a:spLocks noGrp="1"/>
          </p:cNvSpPr>
          <p:nvPr>
            <p:ph type="dt" sz="half" idx="14"/>
          </p:nvPr>
        </p:nvSpPr>
        <p:spPr/>
        <p:txBody>
          <a:bodyPr/>
          <a:lstStyle>
            <a:lvl1pPr>
              <a:defRPr>
                <a:solidFill>
                  <a:schemeClr val="bg1"/>
                </a:solidFill>
              </a:defRPr>
            </a:lvl1pPr>
          </a:lstStyle>
          <a:p>
            <a:fld id="{92A23E84-B586-4994-9C0A-517325DCBE7E}" type="datetime4">
              <a:rPr lang="en-US" smtClean="0"/>
              <a:t>January 26, 2026</a:t>
            </a:fld>
            <a:endParaRPr lang="en-US"/>
          </a:p>
        </p:txBody>
      </p:sp>
    </p:spTree>
    <p:extLst>
      <p:ext uri="{BB962C8B-B14F-4D97-AF65-F5344CB8AC3E}">
        <p14:creationId xmlns:p14="http://schemas.microsoft.com/office/powerpoint/2010/main" val="318557736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3DAA-DB6D-3DD5-791D-6C11F750B10C}"/>
              </a:ext>
            </a:extLst>
          </p:cNvPr>
          <p:cNvSpPr>
            <a:spLocks noGrp="1"/>
          </p:cNvSpPr>
          <p:nvPr>
            <p:ph type="title" hasCustomPrompt="1"/>
          </p:nvPr>
        </p:nvSpPr>
        <p:spPr>
          <a:xfrm>
            <a:off x="838200" y="5513832"/>
            <a:ext cx="9400032" cy="758952"/>
          </a:xfrm>
        </p:spPr>
        <p:txBody>
          <a:bodyPr>
            <a:normAutofit/>
          </a:bodyPr>
          <a:lstStyle>
            <a:lvl1pPr>
              <a:lnSpc>
                <a:spcPct val="130000"/>
              </a:lnSpc>
              <a:spcBef>
                <a:spcPts val="1000"/>
              </a:spcBef>
              <a:defRPr sz="1800" b="0" cap="none" spc="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0D10BE25-847A-7528-A168-580A13743FD2}"/>
              </a:ext>
            </a:extLst>
          </p:cNvPr>
          <p:cNvSpPr>
            <a:spLocks noGrp="1"/>
          </p:cNvSpPr>
          <p:nvPr>
            <p:ph sz="quarter" idx="13" hasCustomPrompt="1"/>
          </p:nvPr>
        </p:nvSpPr>
        <p:spPr>
          <a:xfrm>
            <a:off x="594360" y="1371600"/>
            <a:ext cx="9646920" cy="4059936"/>
          </a:xfrm>
        </p:spPr>
        <p:txBody>
          <a:bodyPr anchor="b">
            <a:normAutofit/>
          </a:bodyPr>
          <a:lstStyle>
            <a:lvl1pPr marL="237744" indent="-237744">
              <a:lnSpc>
                <a:spcPct val="120000"/>
              </a:lnSpc>
              <a:spcBef>
                <a:spcPts val="0"/>
              </a:spcBef>
              <a:buNone/>
              <a:defRPr sz="4400" b="1" cap="all" spc="500" baseline="0">
                <a:latin typeface="+mj-lt"/>
              </a:defRPr>
            </a:lvl1pPr>
          </a:lstStyle>
          <a:p>
            <a:pPr lvl="0"/>
            <a:r>
              <a:rPr lang="en-US" dirty="0"/>
              <a:t>Click to edit Quote</a:t>
            </a:r>
          </a:p>
        </p:txBody>
      </p:sp>
      <p:sp>
        <p:nvSpPr>
          <p:cNvPr id="3" name="Footer Placeholder 2">
            <a:extLst>
              <a:ext uri="{FF2B5EF4-FFF2-40B4-BE49-F238E27FC236}">
                <a16:creationId xmlns:a16="http://schemas.microsoft.com/office/drawing/2014/main" id="{DFA08AEF-6F44-C01A-1B4C-CDFD81DAC78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103E3C2E-5ABE-2200-2F6C-07D63C18C3D4}"/>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DAE051C6-BCEC-6EFD-3C40-E49F22A7F09F}"/>
              </a:ext>
            </a:extLst>
          </p:cNvPr>
          <p:cNvSpPr>
            <a:spLocks noGrp="1"/>
          </p:cNvSpPr>
          <p:nvPr>
            <p:ph type="dt" sz="half" idx="12"/>
          </p:nvPr>
        </p:nvSpPr>
        <p:spPr/>
        <p:txBody>
          <a:bodyPr/>
          <a:lstStyle/>
          <a:p>
            <a:fld id="{00F79D1E-A118-4DED-8F9E-D9E3A0D2F006}" type="datetime4">
              <a:rPr lang="en-US" smtClean="0"/>
              <a:t>January 26, 2026</a:t>
            </a:fld>
            <a:endParaRPr lang="en-US"/>
          </a:p>
        </p:txBody>
      </p:sp>
    </p:spTree>
    <p:extLst>
      <p:ext uri="{BB962C8B-B14F-4D97-AF65-F5344CB8AC3E}">
        <p14:creationId xmlns:p14="http://schemas.microsoft.com/office/powerpoint/2010/main" val="28938740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1042416"/>
          </a:xfrm>
        </p:spPr>
        <p:txBody>
          <a:bodyPr anchor="ctr">
            <a:normAutofit/>
          </a:bodyPr>
          <a:lstStyle>
            <a:lvl1pPr algn="ctr">
              <a:lnSpc>
                <a:spcPct val="130000"/>
              </a:lnSpc>
              <a:spcBef>
                <a:spcPts val="1000"/>
              </a:spcBef>
              <a:defRPr sz="1800" spc="300"/>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042416"/>
            <a:ext cx="8823960" cy="3511296"/>
          </a:xfrm>
        </p:spPr>
        <p:txBody>
          <a:bodyPr anchor="ctr">
            <a:normAutofit/>
          </a:bodyPr>
          <a:lstStyle>
            <a:lvl1pPr marL="0" indent="0" algn="ctr">
              <a:lnSpc>
                <a:spcPct val="120000"/>
              </a:lnSpc>
              <a:spcBef>
                <a:spcPts val="0"/>
              </a:spcBef>
              <a:buNone/>
              <a:defRPr sz="3800"/>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p>
            <a:fld id="{2307C0A0-C516-49D6-8817-019B3DB731F6}" type="datetime4">
              <a:rPr lang="en-US" smtClean="0"/>
              <a:t>January 26, 2026</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87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851E22-90DE-A384-E734-7FC22A8B125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377007-B85D-57C2-DBB4-58417F1C773B}"/>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594360"/>
          </a:xfrm>
        </p:spPr>
        <p:txBody>
          <a:bodyPr anchor="t">
            <a:normAutofit/>
          </a:bodyPr>
          <a:lstStyle>
            <a:lvl1pPr algn="ctr">
              <a:lnSpc>
                <a:spcPct val="130000"/>
              </a:lnSpc>
              <a:spcBef>
                <a:spcPts val="1000"/>
              </a:spcBef>
              <a:defRPr sz="1800" spc="30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335024"/>
            <a:ext cx="8823960" cy="3108960"/>
          </a:xfrm>
        </p:spPr>
        <p:txBody>
          <a:bodyPr anchor="ctr">
            <a:normAutofit/>
          </a:bodyPr>
          <a:lstStyle>
            <a:lvl1pPr marL="0" indent="0" algn="ctr">
              <a:lnSpc>
                <a:spcPct val="120000"/>
              </a:lnSpc>
              <a:spcBef>
                <a:spcPts val="0"/>
              </a:spcBef>
              <a:buNone/>
              <a:defRPr sz="4000">
                <a:solidFill>
                  <a:schemeClr val="tx1"/>
                </a:solidFill>
              </a:defRPr>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lvl1pPr>
              <a:defRPr>
                <a:solidFill>
                  <a:schemeClr val="bg1"/>
                </a:solidFill>
              </a:defRPr>
            </a:lvl1pPr>
          </a:lstStyle>
          <a:p>
            <a:fld id="{AFD1CDEC-CB6B-4D1A-830E-B3F09AFB6CC1}" type="datetime4">
              <a:rPr lang="en-US" smtClean="0"/>
              <a:t>January 26, 2026</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2EB36C-8E19-518C-7936-928B51B8A33C}"/>
              </a:ext>
              <a:ext uri="{C183D7F6-B498-43B3-948B-1728B52AA6E4}">
                <adec:decorative xmlns:adec="http://schemas.microsoft.com/office/drawing/2017/decorative" val="1"/>
              </a:ext>
            </a:extLst>
          </p:cNvPr>
          <p:cNvCxnSpPr>
            <a:cxnSpLocks/>
          </p:cNvCxnSpPr>
          <p:nvPr/>
        </p:nvCxnSpPr>
        <p:spPr>
          <a:xfrm>
            <a:off x="5614416" y="491032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861386"/>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BFA338E0-C170-B5BD-56A0-6831A85B2F21}"/>
              </a:ext>
            </a:extLst>
          </p:cNvPr>
          <p:cNvSpPr>
            <a:spLocks noGrp="1"/>
          </p:cNvSpPr>
          <p:nvPr>
            <p:ph sz="quarter" idx="18"/>
          </p:nvPr>
        </p:nvSpPr>
        <p:spPr>
          <a:xfrm>
            <a:off x="612775"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95231737-390D-A75F-1AA3-A6675DB7314C}"/>
              </a:ext>
            </a:extLst>
          </p:cNvPr>
          <p:cNvSpPr>
            <a:spLocks noGrp="1"/>
          </p:cNvSpPr>
          <p:nvPr>
            <p:ph sz="quarter" idx="19"/>
          </p:nvPr>
        </p:nvSpPr>
        <p:spPr>
          <a:xfrm>
            <a:off x="6382512"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FEDA8A73-7124-4840-A51A-773DD734FF02}" type="datetime4">
              <a:rPr lang="en-US" smtClean="0"/>
              <a:t>January 26, 2026</a:t>
            </a:fld>
            <a:endParaRPr lang="en-US"/>
          </a:p>
        </p:txBody>
      </p:sp>
    </p:spTree>
    <p:extLst>
      <p:ext uri="{BB962C8B-B14F-4D97-AF65-F5344CB8AC3E}">
        <p14:creationId xmlns:p14="http://schemas.microsoft.com/office/powerpoint/2010/main" val="42502810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AB9BD-1632-7C73-3DD9-771EE45DC03D}"/>
              </a:ext>
            </a:extLst>
          </p:cNvPr>
          <p:cNvSpPr>
            <a:spLocks noGrp="1"/>
          </p:cNvSpPr>
          <p:nvPr>
            <p:ph sz="quarter" idx="18"/>
          </p:nvPr>
        </p:nvSpPr>
        <p:spPr>
          <a:xfrm>
            <a:off x="612775"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7">
            <a:extLst>
              <a:ext uri="{FF2B5EF4-FFF2-40B4-BE49-F238E27FC236}">
                <a16:creationId xmlns:a16="http://schemas.microsoft.com/office/drawing/2014/main" id="{38B165C5-C4ED-E04C-81FA-FDFA87F0A01C}"/>
              </a:ext>
            </a:extLst>
          </p:cNvPr>
          <p:cNvSpPr>
            <a:spLocks noGrp="1"/>
          </p:cNvSpPr>
          <p:nvPr>
            <p:ph sz="quarter" idx="19"/>
          </p:nvPr>
        </p:nvSpPr>
        <p:spPr>
          <a:xfrm>
            <a:off x="6381750"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47F5CC4D-6073-4A05-86E2-9A5D9E5EE1C6}" type="datetime4">
              <a:rPr lang="en-US" smtClean="0"/>
              <a:t>January 26, 2026</a:t>
            </a:fld>
            <a:endParaRPr lang="en-US"/>
          </a:p>
        </p:txBody>
      </p:sp>
    </p:spTree>
    <p:extLst>
      <p:ext uri="{BB962C8B-B14F-4D97-AF65-F5344CB8AC3E}">
        <p14:creationId xmlns:p14="http://schemas.microsoft.com/office/powerpoint/2010/main" val="7560360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5C0CB386-F940-461F-A152-905D02CFF5A2}" type="datetime4">
              <a:rPr lang="en-US" smtClean="0"/>
              <a:t>January 26, 2026</a:t>
            </a:fld>
            <a:endParaRPr lang="en-US"/>
          </a:p>
        </p:txBody>
      </p:sp>
    </p:spTree>
    <p:extLst>
      <p:ext uri="{BB962C8B-B14F-4D97-AF65-F5344CB8AC3E}">
        <p14:creationId xmlns:p14="http://schemas.microsoft.com/office/powerpoint/2010/main" val="20480237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2ACAFA3B-E7FC-4334-92AC-6B8879F5B1DC}" type="datetime4">
              <a:rPr lang="en-US" smtClean="0"/>
              <a:t>January 26, 2026</a:t>
            </a:fld>
            <a:endParaRPr lang="en-US"/>
          </a:p>
        </p:txBody>
      </p:sp>
    </p:spTree>
    <p:extLst>
      <p:ext uri="{BB962C8B-B14F-4D97-AF65-F5344CB8AC3E}">
        <p14:creationId xmlns:p14="http://schemas.microsoft.com/office/powerpoint/2010/main" val="459542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595634"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15FDBDE7-FECA-47E1-B2CA-19C097F5DD78}" type="datetime4">
              <a:rPr lang="en-US" smtClean="0"/>
              <a:t>January 26, 2026</a:t>
            </a:fld>
            <a:endParaRPr lang="en-US"/>
          </a:p>
        </p:txBody>
      </p:sp>
    </p:spTree>
    <p:extLst>
      <p:ext uri="{BB962C8B-B14F-4D97-AF65-F5344CB8AC3E}">
        <p14:creationId xmlns:p14="http://schemas.microsoft.com/office/powerpoint/2010/main" val="42620736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713996"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hasCustomPrompt="1"/>
          </p:nvPr>
        </p:nvSpPr>
        <p:spPr>
          <a:xfrm>
            <a:off x="5361359" y="762000"/>
            <a:ext cx="6068641" cy="5334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5D4FB98F-DFF9-4531-9B19-10EA554FE457}" type="datetime4">
              <a:rPr lang="en-US" smtClean="0"/>
              <a:t>January 26, 2026</a:t>
            </a:fld>
            <a:endParaRPr lang="en-US"/>
          </a:p>
        </p:txBody>
      </p:sp>
    </p:spTree>
    <p:extLst>
      <p:ext uri="{BB962C8B-B14F-4D97-AF65-F5344CB8AC3E}">
        <p14:creationId xmlns:p14="http://schemas.microsoft.com/office/powerpoint/2010/main" val="12329197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115FEF-9929-7E5F-F0A4-112836087D7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033272"/>
            <a:ext cx="10680191"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C893B396-7097-498E-8C2A-9D79ADCCCAED}" type="datetime4">
              <a:rPr lang="en-US" smtClean="0"/>
              <a:t>January 26, 2026</a:t>
            </a:fld>
            <a:endParaRPr lang="en-US"/>
          </a:p>
        </p:txBody>
      </p:sp>
    </p:spTree>
    <p:extLst>
      <p:ext uri="{BB962C8B-B14F-4D97-AF65-F5344CB8AC3E}">
        <p14:creationId xmlns:p14="http://schemas.microsoft.com/office/powerpoint/2010/main" val="2345424658"/>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329EFD-F995-2B63-9CDE-9794EE624A63}"/>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tx1"/>
                </a:solidFill>
              </a:defRPr>
            </a:lvl1pPr>
            <a:lvl2pPr marL="228600" indent="0">
              <a:lnSpc>
                <a:spcPct val="130000"/>
              </a:lnSpc>
              <a:buNone/>
              <a:defRPr lang="en-US" sz="2000" dirty="0">
                <a:solidFill>
                  <a:schemeClr val="tx1"/>
                </a:solidFill>
              </a:defRPr>
            </a:lvl2pPr>
            <a:lvl3pPr marL="457200" indent="0">
              <a:lnSpc>
                <a:spcPct val="130000"/>
              </a:lnSpc>
              <a:buNone/>
              <a:defRPr lang="en-US" sz="1800" dirty="0">
                <a:solidFill>
                  <a:schemeClr val="tx1"/>
                </a:solidFill>
              </a:defRPr>
            </a:lvl3pPr>
            <a:lvl4pPr marL="685800" indent="0">
              <a:lnSpc>
                <a:spcPct val="130000"/>
              </a:lnSpc>
              <a:buNone/>
              <a:defRPr lang="en-US" sz="1600" dirty="0">
                <a:solidFill>
                  <a:schemeClr val="tx1"/>
                </a:solidFill>
              </a:defRPr>
            </a:lvl4pPr>
            <a:lvl5pPr marL="914400" indent="0">
              <a:lnSpc>
                <a:spcPct val="130000"/>
              </a:lnSpc>
              <a:buNone/>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tx1"/>
                </a:solidFill>
              </a:defRPr>
            </a:lvl1pPr>
          </a:lstStyle>
          <a:p>
            <a:fld id="{F6C243A7-CA09-4236-A001-D0FE00D74803}" type="datetime4">
              <a:rPr lang="en-US" smtClean="0"/>
              <a:t>January 26, 2026</a:t>
            </a:fld>
            <a:endParaRPr lang="en-US"/>
          </a:p>
        </p:txBody>
      </p:sp>
    </p:spTree>
    <p:extLst>
      <p:ext uri="{BB962C8B-B14F-4D97-AF65-F5344CB8AC3E}">
        <p14:creationId xmlns:p14="http://schemas.microsoft.com/office/powerpoint/2010/main" val="353998558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612648" y="365125"/>
            <a:ext cx="105156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612648"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6EA11648-0C4F-47A6-87C5-F11B07111556}" type="datetime4">
              <a:rPr lang="en-US" smtClean="0"/>
              <a:t>January 26, 2026</a:t>
            </a:fld>
            <a:endParaRPr lang="en-US"/>
          </a:p>
        </p:txBody>
      </p:sp>
    </p:spTree>
    <p:extLst>
      <p:ext uri="{BB962C8B-B14F-4D97-AF65-F5344CB8AC3E}">
        <p14:creationId xmlns:p14="http://schemas.microsoft.com/office/powerpoint/2010/main" val="179881722"/>
      </p:ext>
    </p:extLst>
  </p:cSld>
  <p:clrMap bg1="lt1" tx1="dk1" bg2="lt2" tx2="dk2" accent1="accent1" accent2="accent2" accent3="accent3" accent4="accent4" accent5="accent5" accent6="accent6" hlink="hlink" folHlink="folHlink"/>
  <p:sldLayoutIdLst>
    <p:sldLayoutId id="2147483873" r:id="rId1"/>
    <p:sldLayoutId id="2147483882" r:id="rId2"/>
    <p:sldLayoutId id="2147483871" r:id="rId3"/>
    <p:sldLayoutId id="2147483872" r:id="rId4"/>
    <p:sldLayoutId id="2147483874" r:id="rId5"/>
    <p:sldLayoutId id="2147483867" r:id="rId6"/>
    <p:sldLayoutId id="2147483868" r:id="rId7"/>
    <p:sldLayoutId id="2147483869" r:id="rId8"/>
    <p:sldLayoutId id="2147483870" r:id="rId9"/>
    <p:sldLayoutId id="2147483875" r:id="rId10"/>
    <p:sldLayoutId id="2147483877" r:id="rId11"/>
    <p:sldLayoutId id="2147483878" r:id="rId12"/>
    <p:sldLayoutId id="2147483879"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 id="2147483899" r:id="rId30"/>
    <p:sldLayoutId id="2147483900" r:id="rId31"/>
    <p:sldLayoutId id="2147483901" r:id="rId32"/>
    <p:sldLayoutId id="2147483902" r:id="rId33"/>
    <p:sldLayoutId id="2147483903" r:id="rId34"/>
    <p:sldLayoutId id="2147483904" r:id="rId35"/>
    <p:sldLayoutId id="2147483905" r:id="rId36"/>
    <p:sldLayoutId id="2147483928" r:id="rId37"/>
    <p:sldLayoutId id="2147483929" r:id="rId38"/>
    <p:sldLayoutId id="2147483930" r:id="rId39"/>
    <p:sldLayoutId id="2147483909" r:id="rId40"/>
    <p:sldLayoutId id="2147483910" r:id="rId41"/>
    <p:sldLayoutId id="2147483911" r:id="rId42"/>
    <p:sldLayoutId id="2147483924" r:id="rId43"/>
    <p:sldLayoutId id="2147483925" r:id="rId44"/>
    <p:sldLayoutId id="2147483926" r:id="rId45"/>
    <p:sldLayoutId id="2147483927" r:id="rId46"/>
    <p:sldLayoutId id="2147483916" r:id="rId47"/>
    <p:sldLayoutId id="2147483917" r:id="rId48"/>
    <p:sldLayoutId id="2147483918" r:id="rId49"/>
    <p:sldLayoutId id="2147483919" r:id="rId50"/>
    <p:sldLayoutId id="2147483920" r:id="rId51"/>
    <p:sldLayoutId id="2147483921" r:id="rId52"/>
    <p:sldLayoutId id="2147483922" r:id="rId53"/>
    <p:sldLayoutId id="2147483923" r:id="rId54"/>
  </p:sldLayoutIdLst>
  <p:hf sldNum="0" hdr="0" ftr="0" dt="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D7F01-94AF-4D18-68BA-FDE2993B19FE}"/>
              </a:ext>
            </a:extLst>
          </p:cNvPr>
          <p:cNvSpPr>
            <a:spLocks noGrp="1"/>
          </p:cNvSpPr>
          <p:nvPr>
            <p:ph type="ctrTitle"/>
          </p:nvPr>
        </p:nvSpPr>
        <p:spPr>
          <a:xfrm>
            <a:off x="1088136" y="2286000"/>
            <a:ext cx="3941064" cy="1353312"/>
          </a:xfrm>
        </p:spPr>
        <p:txBody>
          <a:bodyPr anchor="b">
            <a:normAutofit/>
          </a:bodyPr>
          <a:lstStyle/>
          <a:p>
            <a:pPr>
              <a:lnSpc>
                <a:spcPct val="110000"/>
              </a:lnSpc>
            </a:pPr>
            <a:r>
              <a:rPr lang="en-US" sz="2200"/>
              <a:t>Breathing Space &amp; Overcrowding under Factories Act, 1934</a:t>
            </a:r>
          </a:p>
        </p:txBody>
      </p:sp>
      <p:sp>
        <p:nvSpPr>
          <p:cNvPr id="3" name="Subtitle 2">
            <a:extLst>
              <a:ext uri="{FF2B5EF4-FFF2-40B4-BE49-F238E27FC236}">
                <a16:creationId xmlns:a16="http://schemas.microsoft.com/office/drawing/2014/main" id="{D3D48EAA-6F49-B6D8-2856-69FFB8410893}"/>
              </a:ext>
            </a:extLst>
          </p:cNvPr>
          <p:cNvSpPr>
            <a:spLocks noGrp="1"/>
          </p:cNvSpPr>
          <p:nvPr>
            <p:ph type="subTitle" idx="1"/>
          </p:nvPr>
        </p:nvSpPr>
        <p:spPr>
          <a:xfrm>
            <a:off x="1527048" y="4251960"/>
            <a:ext cx="3044952" cy="877824"/>
          </a:xfrm>
        </p:spPr>
        <p:txBody>
          <a:bodyPr anchor="t">
            <a:normAutofit/>
          </a:bodyPr>
          <a:lstStyle/>
          <a:p>
            <a:r>
              <a:rPr lang="en-US" sz="1700"/>
              <a:t>Regulations ensuring safe and healthy factory environments</a:t>
            </a:r>
          </a:p>
        </p:txBody>
      </p:sp>
      <p:pic>
        <p:nvPicPr>
          <p:cNvPr id="5" name="Picture Placeholder 4" descr="Old sewer pipe on a wall of residential house">
            <a:extLst>
              <a:ext uri="{FF2B5EF4-FFF2-40B4-BE49-F238E27FC236}">
                <a16:creationId xmlns:a16="http://schemas.microsoft.com/office/drawing/2014/main" id="{E8205AD6-AB97-4672-8B0B-00864A119CDC}"/>
              </a:ext>
            </a:extLst>
          </p:cNvPr>
          <p:cNvPicPr>
            <a:picLocks noGrp="1" noChangeAspect="1"/>
          </p:cNvPicPr>
          <p:nvPr>
            <p:ph type="pic" sz="quarter" idx="13"/>
          </p:nvPr>
        </p:nvPicPr>
        <p:blipFill>
          <a:blip r:embed="rId3"/>
          <a:srcRect l="20319" r="20317" b="-1"/>
          <a:stretch>
            <a:fillRect/>
          </a:stretch>
        </p:blipFill>
        <p:spPr>
          <a:xfrm>
            <a:off x="6099048" y="10"/>
            <a:ext cx="6099048" cy="6857990"/>
          </a:xfrm>
          <a:blipFill>
            <a:blip r:embed="rId4">
              <a:alphaModFix amt="80000"/>
            </a:blip>
            <a:stretch>
              <a:fillRect/>
            </a:stretch>
          </a:blipFill>
        </p:spPr>
      </p:pic>
    </p:spTree>
    <p:extLst>
      <p:ext uri="{BB962C8B-B14F-4D97-AF65-F5344CB8AC3E}">
        <p14:creationId xmlns:p14="http://schemas.microsoft.com/office/powerpoint/2010/main" val="78505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52D09-3492-A0DB-DAA7-9CB78B3043BE}"/>
              </a:ext>
            </a:extLst>
          </p:cNvPr>
          <p:cNvSpPr>
            <a:spLocks noGrp="1"/>
          </p:cNvSpPr>
          <p:nvPr>
            <p:ph type="ctrTitle"/>
          </p:nvPr>
        </p:nvSpPr>
        <p:spPr>
          <a:xfrm>
            <a:off x="992091" y="2514602"/>
            <a:ext cx="6812280" cy="3194302"/>
          </a:xfrm>
        </p:spPr>
        <p:txBody>
          <a:bodyPr anchor="b">
            <a:normAutofit/>
          </a:bodyPr>
          <a:lstStyle/>
          <a:p>
            <a:r>
              <a:rPr lang="en-US"/>
              <a:t>Understanding Breathing Space Concept</a:t>
            </a:r>
          </a:p>
        </p:txBody>
      </p:sp>
    </p:spTree>
    <p:extLst>
      <p:ext uri="{BB962C8B-B14F-4D97-AF65-F5344CB8AC3E}">
        <p14:creationId xmlns:p14="http://schemas.microsoft.com/office/powerpoint/2010/main" val="17552266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56DF-388E-6D93-3008-9F54B448BA47}"/>
              </a:ext>
            </a:extLst>
          </p:cNvPr>
          <p:cNvSpPr>
            <a:spLocks noGrp="1"/>
          </p:cNvSpPr>
          <p:nvPr>
            <p:ph type="title"/>
          </p:nvPr>
        </p:nvSpPr>
        <p:spPr>
          <a:xfrm>
            <a:off x="3044952" y="950976"/>
            <a:ext cx="6108192" cy="2039112"/>
          </a:xfrm>
        </p:spPr>
        <p:txBody>
          <a:bodyPr anchor="b">
            <a:normAutofit/>
          </a:bodyPr>
          <a:lstStyle/>
          <a:p>
            <a:r>
              <a:rPr lang="en-US"/>
              <a:t>Definition and Importance of Breathing Space</a:t>
            </a:r>
          </a:p>
        </p:txBody>
      </p:sp>
      <p:graphicFrame>
        <p:nvGraphicFramePr>
          <p:cNvPr id="5" name="Content Placeholder 4">
            <a:extLst>
              <a:ext uri="{FF2B5EF4-FFF2-40B4-BE49-F238E27FC236}">
                <a16:creationId xmlns:a16="http://schemas.microsoft.com/office/drawing/2014/main" id="{202F6472-1F66-43CB-96AC-4897BD9CF0DD}"/>
              </a:ext>
            </a:extLst>
          </p:cNvPr>
          <p:cNvGraphicFramePr>
            <a:graphicFrameLocks noGrp="1"/>
          </p:cNvGraphicFramePr>
          <p:nvPr>
            <p:ph sz="quarter" idx="17"/>
            <p:extLst>
              <p:ext uri="{D42A27DB-BD31-4B8C-83A1-F6EECF244321}">
                <p14:modId xmlns:p14="http://schemas.microsoft.com/office/powerpoint/2010/main" val="2704579438"/>
              </p:ext>
            </p:extLst>
          </p:nvPr>
        </p:nvGraphicFramePr>
        <p:xfrm>
          <a:off x="1524000" y="3436188"/>
          <a:ext cx="9601199" cy="2721592"/>
        </p:xfrm>
        <a:graphic>
          <a:graphicData uri="http://schemas.openxmlformats.org/drawingml/2006/table">
            <a:tbl>
              <a:tblPr firstRow="1" bandRow="1">
                <a:noFill/>
                <a:tableStyleId>{5C22544A-7EE6-4342-B048-85BDC9FD1C3A}</a:tableStyleId>
              </a:tblPr>
              <a:tblGrid>
                <a:gridCol w="3139669">
                  <a:extLst>
                    <a:ext uri="{9D8B030D-6E8A-4147-A177-3AD203B41FA5}">
                      <a16:colId xmlns:a16="http://schemas.microsoft.com/office/drawing/2014/main" val="287153517"/>
                    </a:ext>
                  </a:extLst>
                </a:gridCol>
                <a:gridCol w="3168795">
                  <a:extLst>
                    <a:ext uri="{9D8B030D-6E8A-4147-A177-3AD203B41FA5}">
                      <a16:colId xmlns:a16="http://schemas.microsoft.com/office/drawing/2014/main" val="2889366889"/>
                    </a:ext>
                  </a:extLst>
                </a:gridCol>
                <a:gridCol w="3292735">
                  <a:extLst>
                    <a:ext uri="{9D8B030D-6E8A-4147-A177-3AD203B41FA5}">
                      <a16:colId xmlns:a16="http://schemas.microsoft.com/office/drawing/2014/main" val="3643107483"/>
                    </a:ext>
                  </a:extLst>
                </a:gridCol>
              </a:tblGrid>
              <a:tr h="591650">
                <a:tc>
                  <a:txBody>
                    <a:bodyPr/>
                    <a:lstStyle/>
                    <a:p>
                      <a:pPr>
                        <a:buNone/>
                      </a:pPr>
                      <a:r>
                        <a:rPr lang="en-US" sz="1800" b="1" cap="all" spc="150">
                          <a:solidFill>
                            <a:schemeClr val="tx1"/>
                          </a:solidFill>
                        </a:rPr>
                        <a:t>Provision</a:t>
                      </a:r>
                    </a:p>
                  </a:txBody>
                  <a:tcPr marL="84545" marR="84545" marT="84545" marB="84545"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800" b="1" cap="all" spc="150">
                          <a:solidFill>
                            <a:schemeClr val="tx1"/>
                          </a:solidFill>
                        </a:rPr>
                        <a:t>Purpose</a:t>
                      </a:r>
                    </a:p>
                  </a:txBody>
                  <a:tcPr marL="84545" marR="84545" marT="84545" marB="84545"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800" b="1" cap="all" spc="150">
                          <a:solidFill>
                            <a:schemeClr val="tx1"/>
                          </a:solidFill>
                        </a:rPr>
                        <a:t>Impact</a:t>
                      </a:r>
                    </a:p>
                  </a:txBody>
                  <a:tcPr marL="84545" marR="84545" marT="84545" marB="84545"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173411554"/>
                  </a:ext>
                </a:extLst>
              </a:tr>
              <a:tr h="780979">
                <a:tc>
                  <a:txBody>
                    <a:bodyPr/>
                    <a:lstStyle/>
                    <a:p>
                      <a:pPr>
                        <a:buNone/>
                      </a:pPr>
                      <a:r>
                        <a:rPr lang="en-US" sz="1800" b="1" cap="none" spc="0">
                          <a:solidFill>
                            <a:schemeClr val="tx1"/>
                          </a:solidFill>
                        </a:rPr>
                        <a:t>Section 15</a:t>
                      </a:r>
                    </a:p>
                  </a:txBody>
                  <a:tcPr marL="84545" marR="84545" marT="84545" marB="8454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Ventilation &amp; Temperature</a:t>
                      </a:r>
                    </a:p>
                  </a:txBody>
                  <a:tcPr marL="84545" marR="84545" marT="84545" marB="8454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Maintains fresh air and comfortable working conditions</a:t>
                      </a:r>
                    </a:p>
                  </a:txBody>
                  <a:tcPr marL="84545" marR="84545" marT="84545" marB="8454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819697109"/>
                  </a:ext>
                </a:extLst>
              </a:tr>
              <a:tr h="567984">
                <a:tc>
                  <a:txBody>
                    <a:bodyPr/>
                    <a:lstStyle/>
                    <a:p>
                      <a:pPr>
                        <a:buNone/>
                      </a:pPr>
                      <a:r>
                        <a:rPr lang="en-US" sz="1800" b="1" cap="none" spc="0">
                          <a:solidFill>
                            <a:schemeClr val="tx1"/>
                          </a:solidFill>
                        </a:rPr>
                        <a:t>Section 16</a:t>
                      </a:r>
                    </a:p>
                  </a:txBody>
                  <a:tcPr marL="84545" marR="84545" marT="84545" marB="8454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Dust &amp; Fume Control</a:t>
                      </a:r>
                    </a:p>
                  </a:txBody>
                  <a:tcPr marL="84545" marR="84545" marT="84545" marB="8454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Prevents respiratory hazards</a:t>
                      </a:r>
                    </a:p>
                  </a:txBody>
                  <a:tcPr marL="84545" marR="84545" marT="84545" marB="8454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345192638"/>
                  </a:ext>
                </a:extLst>
              </a:tr>
              <a:tr h="780979">
                <a:tc>
                  <a:txBody>
                    <a:bodyPr/>
                    <a:lstStyle/>
                    <a:p>
                      <a:pPr>
                        <a:buNone/>
                      </a:pPr>
                      <a:r>
                        <a:rPr lang="en-US" sz="1800" b="1" cap="none" spc="0">
                          <a:solidFill>
                            <a:schemeClr val="tx1"/>
                          </a:solidFill>
                        </a:rPr>
                        <a:t>Section 18</a:t>
                      </a:r>
                    </a:p>
                  </a:txBody>
                  <a:tcPr marL="84545" marR="84545" marT="84545" marB="84545"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800" cap="none" spc="0">
                          <a:solidFill>
                            <a:schemeClr val="tx1"/>
                          </a:solidFill>
                        </a:rPr>
                        <a:t>Overcrowding</a:t>
                      </a:r>
                    </a:p>
                  </a:txBody>
                  <a:tcPr marL="84545" marR="84545" marT="84545" marB="84545"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800" cap="none" spc="0" dirty="0">
                          <a:solidFill>
                            <a:schemeClr val="tx1"/>
                          </a:solidFill>
                        </a:rPr>
                        <a:t>Ensures adequate cubic space per worker</a:t>
                      </a:r>
                    </a:p>
                  </a:txBody>
                  <a:tcPr marL="84545" marR="84545" marT="84545" marB="84545"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3431332197"/>
                  </a:ext>
                </a:extLst>
              </a:tr>
            </a:tbl>
          </a:graphicData>
        </a:graphic>
      </p:graphicFrame>
    </p:spTree>
    <p:extLst>
      <p:ext uri="{BB962C8B-B14F-4D97-AF65-F5344CB8AC3E}">
        <p14:creationId xmlns:p14="http://schemas.microsoft.com/office/powerpoint/2010/main" val="47007403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2E4AF-D49E-8FCE-FE51-0EAD0DB3933F}"/>
              </a:ext>
            </a:extLst>
          </p:cNvPr>
          <p:cNvSpPr>
            <a:spLocks noGrp="1"/>
          </p:cNvSpPr>
          <p:nvPr>
            <p:ph type="ctrTitle"/>
          </p:nvPr>
        </p:nvSpPr>
        <p:spPr>
          <a:xfrm>
            <a:off x="992091" y="2514602"/>
            <a:ext cx="6812280" cy="3194302"/>
          </a:xfrm>
        </p:spPr>
        <p:txBody>
          <a:bodyPr anchor="b">
            <a:normAutofit/>
          </a:bodyPr>
          <a:lstStyle/>
          <a:p>
            <a:r>
              <a:rPr lang="en-US"/>
              <a:t>Section 18 – Overcrowding Explained</a:t>
            </a:r>
          </a:p>
        </p:txBody>
      </p:sp>
    </p:spTree>
    <p:extLst>
      <p:ext uri="{BB962C8B-B14F-4D97-AF65-F5344CB8AC3E}">
        <p14:creationId xmlns:p14="http://schemas.microsoft.com/office/powerpoint/2010/main" val="13350841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48DA8-1837-26E3-CA2E-AA7DDAB9E260}"/>
              </a:ext>
            </a:extLst>
          </p:cNvPr>
          <p:cNvSpPr>
            <a:spLocks noGrp="1"/>
          </p:cNvSpPr>
          <p:nvPr>
            <p:ph type="title"/>
          </p:nvPr>
        </p:nvSpPr>
        <p:spPr>
          <a:xfrm>
            <a:off x="266700" y="228600"/>
            <a:ext cx="11593286" cy="1143000"/>
          </a:xfrm>
        </p:spPr>
        <p:txBody>
          <a:bodyPr anchor="b">
            <a:normAutofit fontScale="90000"/>
          </a:bodyPr>
          <a:lstStyle/>
          <a:p>
            <a:r>
              <a:rPr lang="en-US" dirty="0"/>
              <a:t>Legal Requirement and Calculation of Cubic Space</a:t>
            </a:r>
          </a:p>
        </p:txBody>
      </p:sp>
      <p:graphicFrame>
        <p:nvGraphicFramePr>
          <p:cNvPr id="5" name="Content Placeholder 4">
            <a:extLst>
              <a:ext uri="{FF2B5EF4-FFF2-40B4-BE49-F238E27FC236}">
                <a16:creationId xmlns:a16="http://schemas.microsoft.com/office/drawing/2014/main" id="{01413CE3-EFBD-432E-9DEE-0D98BDC8C8CC}"/>
              </a:ext>
            </a:extLst>
          </p:cNvPr>
          <p:cNvGraphicFramePr>
            <a:graphicFrameLocks noGrp="1"/>
          </p:cNvGraphicFramePr>
          <p:nvPr>
            <p:ph sz="quarter" idx="17"/>
            <p:extLst>
              <p:ext uri="{D42A27DB-BD31-4B8C-83A1-F6EECF244321}">
                <p14:modId xmlns:p14="http://schemas.microsoft.com/office/powerpoint/2010/main" val="2544237324"/>
              </p:ext>
            </p:extLst>
          </p:nvPr>
        </p:nvGraphicFramePr>
        <p:xfrm>
          <a:off x="2667000" y="4432206"/>
          <a:ext cx="6400801" cy="2300889"/>
        </p:xfrm>
        <a:graphic>
          <a:graphicData uri="http://schemas.openxmlformats.org/drawingml/2006/table">
            <a:tbl>
              <a:tblPr firstRow="1" bandRow="1">
                <a:noFill/>
                <a:tableStyleId>{5C22544A-7EE6-4342-B048-85BDC9FD1C3A}</a:tableStyleId>
              </a:tblPr>
              <a:tblGrid>
                <a:gridCol w="1524656">
                  <a:extLst>
                    <a:ext uri="{9D8B030D-6E8A-4147-A177-3AD203B41FA5}">
                      <a16:colId xmlns:a16="http://schemas.microsoft.com/office/drawing/2014/main" val="317591337"/>
                    </a:ext>
                  </a:extLst>
                </a:gridCol>
                <a:gridCol w="1558793">
                  <a:extLst>
                    <a:ext uri="{9D8B030D-6E8A-4147-A177-3AD203B41FA5}">
                      <a16:colId xmlns:a16="http://schemas.microsoft.com/office/drawing/2014/main" val="68113362"/>
                    </a:ext>
                  </a:extLst>
                </a:gridCol>
                <a:gridCol w="1726919">
                  <a:extLst>
                    <a:ext uri="{9D8B030D-6E8A-4147-A177-3AD203B41FA5}">
                      <a16:colId xmlns:a16="http://schemas.microsoft.com/office/drawing/2014/main" val="2434643197"/>
                    </a:ext>
                  </a:extLst>
                </a:gridCol>
                <a:gridCol w="1590433">
                  <a:extLst>
                    <a:ext uri="{9D8B030D-6E8A-4147-A177-3AD203B41FA5}">
                      <a16:colId xmlns:a16="http://schemas.microsoft.com/office/drawing/2014/main" val="129914006"/>
                    </a:ext>
                  </a:extLst>
                </a:gridCol>
              </a:tblGrid>
              <a:tr h="933456">
                <a:tc>
                  <a:txBody>
                    <a:bodyPr/>
                    <a:lstStyle/>
                    <a:p>
                      <a:pPr>
                        <a:buNone/>
                      </a:pPr>
                      <a:r>
                        <a:rPr lang="en-US" sz="1600" b="1" cap="all" spc="150">
                          <a:solidFill>
                            <a:schemeClr val="tx1"/>
                          </a:solidFill>
                        </a:rPr>
                        <a:t>Room Size</a:t>
                      </a:r>
                    </a:p>
                  </a:txBody>
                  <a:tcPr marL="81332" marR="81332" marT="81332" marB="81332"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Total Volume (cubic ft)</a:t>
                      </a:r>
                    </a:p>
                  </a:txBody>
                  <a:tcPr marL="81332" marR="81332" marT="81332" marB="81332"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dirty="0">
                          <a:solidFill>
                            <a:schemeClr val="tx1"/>
                          </a:solidFill>
                        </a:rPr>
                        <a:t>Workers</a:t>
                      </a:r>
                    </a:p>
                  </a:txBody>
                  <a:tcPr marL="81332" marR="81332" marT="81332" marB="81332"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dirty="0">
                          <a:solidFill>
                            <a:schemeClr val="tx1"/>
                          </a:solidFill>
                        </a:rPr>
                        <a:t>Cubic Space per Worker</a:t>
                      </a:r>
                    </a:p>
                  </a:txBody>
                  <a:tcPr marL="81332" marR="81332" marT="81332" marB="81332"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4066673614"/>
                  </a:ext>
                </a:extLst>
              </a:tr>
              <a:tr h="455811">
                <a:tc>
                  <a:txBody>
                    <a:bodyPr/>
                    <a:lstStyle/>
                    <a:p>
                      <a:pPr algn="ctr">
                        <a:buNone/>
                      </a:pPr>
                      <a:r>
                        <a:rPr lang="en-US" sz="1600" b="1" cap="none" spc="0">
                          <a:solidFill>
                            <a:schemeClr val="tx1"/>
                          </a:solidFill>
                        </a:rPr>
                        <a:t>20×15×10 ft</a:t>
                      </a:r>
                    </a:p>
                  </a:txBody>
                  <a:tcPr marL="81332" marR="81332" marT="81332" marB="81332"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lgn="ctr">
                        <a:buNone/>
                      </a:pPr>
                      <a:r>
                        <a:rPr lang="en-US" sz="1600" cap="none" spc="0">
                          <a:solidFill>
                            <a:schemeClr val="tx1"/>
                          </a:solidFill>
                        </a:rPr>
                        <a:t>3000</a:t>
                      </a:r>
                    </a:p>
                  </a:txBody>
                  <a:tcPr marL="81332" marR="81332" marT="81332" marB="81332"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lgn="ctr">
                        <a:buNone/>
                      </a:pPr>
                      <a:r>
                        <a:rPr lang="en-US" sz="1600" cap="none" spc="0" dirty="0">
                          <a:solidFill>
                            <a:schemeClr val="tx1"/>
                          </a:solidFill>
                        </a:rPr>
                        <a:t>10</a:t>
                      </a:r>
                    </a:p>
                  </a:txBody>
                  <a:tcPr marL="81332" marR="81332" marT="81332" marB="81332"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lgn="ctr">
                        <a:buNone/>
                      </a:pPr>
                      <a:r>
                        <a:rPr lang="en-US" sz="1600" cap="none" spc="0" dirty="0">
                          <a:solidFill>
                            <a:schemeClr val="tx1"/>
                          </a:solidFill>
                        </a:rPr>
                        <a:t>300</a:t>
                      </a:r>
                    </a:p>
                  </a:txBody>
                  <a:tcPr marL="81332" marR="81332" marT="81332" marB="81332"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2324442326"/>
                  </a:ext>
                </a:extLst>
              </a:tr>
              <a:tr h="455811">
                <a:tc>
                  <a:txBody>
                    <a:bodyPr/>
                    <a:lstStyle/>
                    <a:p>
                      <a:pPr algn="ctr">
                        <a:buNone/>
                      </a:pPr>
                      <a:r>
                        <a:rPr lang="en-US" sz="1600" b="1" cap="none" spc="0">
                          <a:solidFill>
                            <a:schemeClr val="tx1"/>
                          </a:solidFill>
                        </a:rPr>
                        <a:t>60×40×10 ft</a:t>
                      </a:r>
                    </a:p>
                  </a:txBody>
                  <a:tcPr marL="81332" marR="81332" marT="81332" marB="81332"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ctr">
                        <a:buNone/>
                      </a:pPr>
                      <a:r>
                        <a:rPr lang="en-US" sz="1600" cap="none" spc="0">
                          <a:solidFill>
                            <a:schemeClr val="tx1"/>
                          </a:solidFill>
                        </a:rPr>
                        <a:t>24000</a:t>
                      </a:r>
                    </a:p>
                  </a:txBody>
                  <a:tcPr marL="81332" marR="81332" marT="81332" marB="81332"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ctr">
                        <a:buNone/>
                      </a:pPr>
                      <a:r>
                        <a:rPr lang="en-US" sz="1600" cap="none" spc="0" dirty="0">
                          <a:solidFill>
                            <a:schemeClr val="tx1"/>
                          </a:solidFill>
                        </a:rPr>
                        <a:t>80</a:t>
                      </a:r>
                    </a:p>
                  </a:txBody>
                  <a:tcPr marL="81332" marR="81332" marT="81332" marB="81332"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ctr">
                        <a:buNone/>
                      </a:pPr>
                      <a:r>
                        <a:rPr lang="en-US" sz="1600" cap="none" spc="0" dirty="0">
                          <a:solidFill>
                            <a:schemeClr val="tx1"/>
                          </a:solidFill>
                        </a:rPr>
                        <a:t>300</a:t>
                      </a:r>
                    </a:p>
                  </a:txBody>
                  <a:tcPr marL="81332" marR="81332" marT="81332" marB="81332"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4010031656"/>
                  </a:ext>
                </a:extLst>
              </a:tr>
              <a:tr h="455811">
                <a:tc>
                  <a:txBody>
                    <a:bodyPr/>
                    <a:lstStyle/>
                    <a:p>
                      <a:pPr algn="ctr">
                        <a:buNone/>
                      </a:pPr>
                      <a:r>
                        <a:rPr lang="en-US" sz="1600" b="1" cap="none" spc="0">
                          <a:solidFill>
                            <a:schemeClr val="tx1"/>
                          </a:solidFill>
                        </a:rPr>
                        <a:t>50×30×12 ft</a:t>
                      </a:r>
                    </a:p>
                  </a:txBody>
                  <a:tcPr marL="81332" marR="81332" marT="81332" marB="81332"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ctr">
                        <a:buNone/>
                      </a:pPr>
                      <a:r>
                        <a:rPr lang="en-US" sz="1600" cap="none" spc="0">
                          <a:solidFill>
                            <a:schemeClr val="tx1"/>
                          </a:solidFill>
                        </a:rPr>
                        <a:t>18000</a:t>
                      </a:r>
                    </a:p>
                  </a:txBody>
                  <a:tcPr marL="81332" marR="81332" marT="81332" marB="81332"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ctr">
                        <a:buNone/>
                      </a:pPr>
                      <a:r>
                        <a:rPr lang="en-US" sz="1600" cap="none" spc="0">
                          <a:solidFill>
                            <a:schemeClr val="tx1"/>
                          </a:solidFill>
                        </a:rPr>
                        <a:t>45</a:t>
                      </a:r>
                    </a:p>
                  </a:txBody>
                  <a:tcPr marL="81332" marR="81332" marT="81332" marB="81332"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ctr">
                        <a:buNone/>
                      </a:pPr>
                      <a:r>
                        <a:rPr lang="en-US" sz="1600" cap="none" spc="0" dirty="0">
                          <a:solidFill>
                            <a:schemeClr val="tx1"/>
                          </a:solidFill>
                        </a:rPr>
                        <a:t>400</a:t>
                      </a:r>
                    </a:p>
                  </a:txBody>
                  <a:tcPr marL="81332" marR="81332" marT="81332" marB="81332"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4179691117"/>
                  </a:ext>
                </a:extLst>
              </a:tr>
            </a:tbl>
          </a:graphicData>
        </a:graphic>
      </p:graphicFrame>
      <p:pic>
        <p:nvPicPr>
          <p:cNvPr id="4" name="Picture 3">
            <a:extLst>
              <a:ext uri="{FF2B5EF4-FFF2-40B4-BE49-F238E27FC236}">
                <a16:creationId xmlns:a16="http://schemas.microsoft.com/office/drawing/2014/main" id="{6A9CEBB3-74FA-4787-83F7-E7A750B7BCCC}"/>
              </a:ext>
            </a:extLst>
          </p:cNvPr>
          <p:cNvPicPr>
            <a:picLocks noChangeAspect="1"/>
          </p:cNvPicPr>
          <p:nvPr/>
        </p:nvPicPr>
        <p:blipFill>
          <a:blip r:embed="rId3"/>
          <a:stretch>
            <a:fillRect/>
          </a:stretch>
        </p:blipFill>
        <p:spPr>
          <a:xfrm>
            <a:off x="1905000" y="1275349"/>
            <a:ext cx="8382000" cy="3124200"/>
          </a:xfrm>
          <a:prstGeom prst="rect">
            <a:avLst/>
          </a:prstGeom>
        </p:spPr>
      </p:pic>
    </p:spTree>
    <p:extLst>
      <p:ext uri="{BB962C8B-B14F-4D97-AF65-F5344CB8AC3E}">
        <p14:creationId xmlns:p14="http://schemas.microsoft.com/office/powerpoint/2010/main" val="45193435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B2355-1B35-397C-3C11-FCADDBCA89DD}"/>
              </a:ext>
            </a:extLst>
          </p:cNvPr>
          <p:cNvSpPr>
            <a:spLocks noGrp="1"/>
          </p:cNvSpPr>
          <p:nvPr>
            <p:ph type="ctrTitle"/>
          </p:nvPr>
        </p:nvSpPr>
        <p:spPr>
          <a:xfrm>
            <a:off x="992091" y="2514602"/>
            <a:ext cx="6812280" cy="3194302"/>
          </a:xfrm>
        </p:spPr>
        <p:txBody>
          <a:bodyPr anchor="b">
            <a:normAutofit/>
          </a:bodyPr>
          <a:lstStyle/>
          <a:p>
            <a:r>
              <a:rPr lang="en-US"/>
              <a:t>Practical Examples from Pakistani Factories</a:t>
            </a:r>
          </a:p>
        </p:txBody>
      </p:sp>
    </p:spTree>
    <p:extLst>
      <p:ext uri="{BB962C8B-B14F-4D97-AF65-F5344CB8AC3E}">
        <p14:creationId xmlns:p14="http://schemas.microsoft.com/office/powerpoint/2010/main" val="4059920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75CF3-2426-3107-F968-1939518105C9}"/>
              </a:ext>
            </a:extLst>
          </p:cNvPr>
          <p:cNvSpPr>
            <a:spLocks noGrp="1"/>
          </p:cNvSpPr>
          <p:nvPr>
            <p:ph type="title"/>
          </p:nvPr>
        </p:nvSpPr>
        <p:spPr>
          <a:xfrm>
            <a:off x="3044952" y="950976"/>
            <a:ext cx="6108192" cy="2039112"/>
          </a:xfrm>
        </p:spPr>
        <p:txBody>
          <a:bodyPr anchor="b">
            <a:normAutofit/>
          </a:bodyPr>
          <a:lstStyle/>
          <a:p>
            <a:r>
              <a:rPr lang="en-US" sz="3300"/>
              <a:t>Case Studies: Textile, Garments, Sports Goods, and Plastic Units</a:t>
            </a:r>
          </a:p>
        </p:txBody>
      </p:sp>
      <p:graphicFrame>
        <p:nvGraphicFramePr>
          <p:cNvPr id="5" name="Content Placeholder 4">
            <a:extLst>
              <a:ext uri="{FF2B5EF4-FFF2-40B4-BE49-F238E27FC236}">
                <a16:creationId xmlns:a16="http://schemas.microsoft.com/office/drawing/2014/main" id="{72C8528F-E978-4DF3-A022-BF4854BB8EB2}"/>
              </a:ext>
            </a:extLst>
          </p:cNvPr>
          <p:cNvGraphicFramePr>
            <a:graphicFrameLocks noGrp="1"/>
          </p:cNvGraphicFramePr>
          <p:nvPr>
            <p:ph sz="quarter" idx="17"/>
            <p:extLst>
              <p:ext uri="{D42A27DB-BD31-4B8C-83A1-F6EECF244321}">
                <p14:modId xmlns:p14="http://schemas.microsoft.com/office/powerpoint/2010/main" val="2360761054"/>
              </p:ext>
            </p:extLst>
          </p:nvPr>
        </p:nvGraphicFramePr>
        <p:xfrm>
          <a:off x="990600" y="3867913"/>
          <a:ext cx="10210800" cy="2749917"/>
        </p:xfrm>
        <a:graphic>
          <a:graphicData uri="http://schemas.openxmlformats.org/drawingml/2006/table">
            <a:tbl>
              <a:tblPr firstRow="1" bandRow="1">
                <a:noFill/>
                <a:tableStyleId>{5C22544A-7EE6-4342-B048-85BDC9FD1C3A}</a:tableStyleId>
              </a:tblPr>
              <a:tblGrid>
                <a:gridCol w="4185831">
                  <a:extLst>
                    <a:ext uri="{9D8B030D-6E8A-4147-A177-3AD203B41FA5}">
                      <a16:colId xmlns:a16="http://schemas.microsoft.com/office/drawing/2014/main" val="3432885179"/>
                    </a:ext>
                  </a:extLst>
                </a:gridCol>
                <a:gridCol w="1523624">
                  <a:extLst>
                    <a:ext uri="{9D8B030D-6E8A-4147-A177-3AD203B41FA5}">
                      <a16:colId xmlns:a16="http://schemas.microsoft.com/office/drawing/2014/main" val="2950800963"/>
                    </a:ext>
                  </a:extLst>
                </a:gridCol>
                <a:gridCol w="1624955">
                  <a:extLst>
                    <a:ext uri="{9D8B030D-6E8A-4147-A177-3AD203B41FA5}">
                      <a16:colId xmlns:a16="http://schemas.microsoft.com/office/drawing/2014/main" val="35093161"/>
                    </a:ext>
                  </a:extLst>
                </a:gridCol>
                <a:gridCol w="1495564">
                  <a:extLst>
                    <a:ext uri="{9D8B030D-6E8A-4147-A177-3AD203B41FA5}">
                      <a16:colId xmlns:a16="http://schemas.microsoft.com/office/drawing/2014/main" val="2446938896"/>
                    </a:ext>
                  </a:extLst>
                </a:gridCol>
                <a:gridCol w="1380826">
                  <a:extLst>
                    <a:ext uri="{9D8B030D-6E8A-4147-A177-3AD203B41FA5}">
                      <a16:colId xmlns:a16="http://schemas.microsoft.com/office/drawing/2014/main" val="788778330"/>
                    </a:ext>
                  </a:extLst>
                </a:gridCol>
              </a:tblGrid>
              <a:tr h="674012">
                <a:tc>
                  <a:txBody>
                    <a:bodyPr/>
                    <a:lstStyle/>
                    <a:p>
                      <a:pPr algn="ctr">
                        <a:buNone/>
                      </a:pPr>
                      <a:r>
                        <a:rPr lang="en-US" sz="1600" b="1" cap="all" spc="150">
                          <a:solidFill>
                            <a:schemeClr val="tx1"/>
                          </a:solidFill>
                        </a:rPr>
                        <a:t>Factory Location</a:t>
                      </a:r>
                    </a:p>
                  </a:txBody>
                  <a:tcPr marL="60465" marR="60465" marT="60465" marB="6046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lgn="ctr">
                        <a:buNone/>
                      </a:pPr>
                      <a:r>
                        <a:rPr lang="en-US" sz="1600" b="1" cap="all" spc="150">
                          <a:solidFill>
                            <a:schemeClr val="tx1"/>
                          </a:solidFill>
                        </a:rPr>
                        <a:t>Room Size</a:t>
                      </a:r>
                    </a:p>
                  </a:txBody>
                  <a:tcPr marL="60465" marR="60465" marT="60465" marB="6046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lgn="ctr">
                        <a:buNone/>
                      </a:pPr>
                      <a:r>
                        <a:rPr lang="en-US" sz="1600" b="1" cap="all" spc="150">
                          <a:solidFill>
                            <a:schemeClr val="tx1"/>
                          </a:solidFill>
                        </a:rPr>
                        <a:t>Workers</a:t>
                      </a:r>
                    </a:p>
                  </a:txBody>
                  <a:tcPr marL="60465" marR="60465" marT="60465" marB="6046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lgn="ctr">
                        <a:buNone/>
                      </a:pPr>
                      <a:r>
                        <a:rPr lang="en-US" sz="1600" b="1" cap="all" spc="150">
                          <a:solidFill>
                            <a:schemeClr val="tx1"/>
                          </a:solidFill>
                        </a:rPr>
                        <a:t>Cubic Space per Worker</a:t>
                      </a:r>
                    </a:p>
                  </a:txBody>
                  <a:tcPr marL="60465" marR="60465" marT="60465" marB="6046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lgn="ctr">
                        <a:buNone/>
                      </a:pPr>
                      <a:r>
                        <a:rPr lang="en-US" sz="1600" b="1" cap="all" spc="150">
                          <a:solidFill>
                            <a:schemeClr val="tx1"/>
                          </a:solidFill>
                        </a:rPr>
                        <a:t>Status</a:t>
                      </a:r>
                    </a:p>
                  </a:txBody>
                  <a:tcPr marL="60465" marR="60465" marT="60465" marB="6046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2557979384"/>
                  </a:ext>
                </a:extLst>
              </a:tr>
              <a:tr h="429619">
                <a:tc>
                  <a:txBody>
                    <a:bodyPr/>
                    <a:lstStyle/>
                    <a:p>
                      <a:pPr algn="ctr">
                        <a:buNone/>
                      </a:pPr>
                      <a:r>
                        <a:rPr lang="en-US" sz="1600" b="1" cap="none" spc="0">
                          <a:solidFill>
                            <a:schemeClr val="tx1"/>
                          </a:solidFill>
                        </a:rPr>
                        <a:t>Faisalabad Textile</a:t>
                      </a:r>
                    </a:p>
                  </a:txBody>
                  <a:tcPr marL="60465" marR="60465" marT="60465" marB="6046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lgn="ctr">
                        <a:buNone/>
                      </a:pPr>
                      <a:r>
                        <a:rPr lang="en-US" sz="1600" cap="none" spc="0">
                          <a:solidFill>
                            <a:schemeClr val="tx1"/>
                          </a:solidFill>
                        </a:rPr>
                        <a:t>150×60×12 ft</a:t>
                      </a:r>
                    </a:p>
                  </a:txBody>
                  <a:tcPr marL="60465" marR="60465" marT="60465" marB="6046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lgn="ctr">
                        <a:buNone/>
                      </a:pPr>
                      <a:r>
                        <a:rPr lang="en-US" sz="1600" cap="none" spc="0">
                          <a:solidFill>
                            <a:schemeClr val="tx1"/>
                          </a:solidFill>
                        </a:rPr>
                        <a:t>180</a:t>
                      </a:r>
                    </a:p>
                  </a:txBody>
                  <a:tcPr marL="60465" marR="60465" marT="60465" marB="6046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lgn="ctr">
                        <a:buNone/>
                      </a:pPr>
                      <a:r>
                        <a:rPr lang="en-US" sz="1600" cap="none" spc="0">
                          <a:solidFill>
                            <a:schemeClr val="tx1"/>
                          </a:solidFill>
                        </a:rPr>
                        <a:t>600</a:t>
                      </a:r>
                    </a:p>
                  </a:txBody>
                  <a:tcPr marL="60465" marR="60465" marT="60465" marB="6046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lgn="ctr">
                        <a:buNone/>
                      </a:pPr>
                      <a:r>
                        <a:rPr lang="en-US" sz="1600" cap="none" spc="0">
                          <a:solidFill>
                            <a:schemeClr val="tx1"/>
                          </a:solidFill>
                        </a:rPr>
                        <a:t>Compliant</a:t>
                      </a:r>
                    </a:p>
                  </a:txBody>
                  <a:tcPr marL="60465" marR="60465" marT="60465" marB="60465"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351162551"/>
                  </a:ext>
                </a:extLst>
              </a:tr>
              <a:tr h="429619">
                <a:tc>
                  <a:txBody>
                    <a:bodyPr/>
                    <a:lstStyle/>
                    <a:p>
                      <a:pPr algn="ctr">
                        <a:buNone/>
                      </a:pPr>
                      <a:r>
                        <a:rPr lang="en-US" sz="1600" b="1" cap="none" spc="0">
                          <a:solidFill>
                            <a:schemeClr val="tx1"/>
                          </a:solidFill>
                        </a:rPr>
                        <a:t>Lahore Garments</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buNone/>
                      </a:pPr>
                      <a:r>
                        <a:rPr lang="en-US" sz="1600" cap="none" spc="0">
                          <a:solidFill>
                            <a:schemeClr val="tx1"/>
                          </a:solidFill>
                        </a:rPr>
                        <a:t>60×40×10 ft</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buNone/>
                      </a:pPr>
                      <a:r>
                        <a:rPr lang="en-US" sz="1600" cap="none" spc="0">
                          <a:solidFill>
                            <a:schemeClr val="tx1"/>
                          </a:solidFill>
                        </a:rPr>
                        <a:t>80</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buNone/>
                      </a:pPr>
                      <a:r>
                        <a:rPr lang="en-US" sz="1600" cap="none" spc="0">
                          <a:solidFill>
                            <a:schemeClr val="tx1"/>
                          </a:solidFill>
                        </a:rPr>
                        <a:t>300</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buNone/>
                      </a:pPr>
                      <a:r>
                        <a:rPr lang="en-US" sz="1600" cap="none" spc="0">
                          <a:solidFill>
                            <a:schemeClr val="tx1"/>
                          </a:solidFill>
                        </a:rPr>
                        <a:t>Borderline</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233804194"/>
                  </a:ext>
                </a:extLst>
              </a:tr>
              <a:tr h="429619">
                <a:tc>
                  <a:txBody>
                    <a:bodyPr/>
                    <a:lstStyle/>
                    <a:p>
                      <a:pPr algn="ctr">
                        <a:buNone/>
                      </a:pPr>
                      <a:r>
                        <a:rPr lang="en-US" sz="1600" b="1" cap="none" spc="0">
                          <a:solidFill>
                            <a:schemeClr val="tx1"/>
                          </a:solidFill>
                        </a:rPr>
                        <a:t>Sialkot Sports Goods</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1600" cap="none" spc="0">
                          <a:solidFill>
                            <a:schemeClr val="tx1"/>
                          </a:solidFill>
                        </a:rPr>
                        <a:t>50×30×12 ft</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1600" cap="none" spc="0">
                          <a:solidFill>
                            <a:schemeClr val="tx1"/>
                          </a:solidFill>
                        </a:rPr>
                        <a:t>45</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1600" cap="none" spc="0">
                          <a:solidFill>
                            <a:schemeClr val="tx1"/>
                          </a:solidFill>
                        </a:rPr>
                        <a:t>400</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buNone/>
                      </a:pPr>
                      <a:r>
                        <a:rPr lang="en-US" sz="1600" cap="none" spc="0">
                          <a:solidFill>
                            <a:schemeClr val="tx1"/>
                          </a:solidFill>
                        </a:rPr>
                        <a:t>Compliant</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947167343"/>
                  </a:ext>
                </a:extLst>
              </a:tr>
              <a:tr h="429619">
                <a:tc>
                  <a:txBody>
                    <a:bodyPr/>
                    <a:lstStyle/>
                    <a:p>
                      <a:pPr algn="ctr">
                        <a:buNone/>
                      </a:pPr>
                      <a:r>
                        <a:rPr lang="en-US" sz="1600" b="1" cap="none" spc="0">
                          <a:solidFill>
                            <a:schemeClr val="tx1"/>
                          </a:solidFill>
                        </a:rPr>
                        <a:t>Karachi Plastic Molding</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buNone/>
                      </a:pPr>
                      <a:r>
                        <a:rPr lang="en-US" sz="1600" cap="none" spc="0">
                          <a:solidFill>
                            <a:schemeClr val="tx1"/>
                          </a:solidFill>
                        </a:rPr>
                        <a:t>40×25×12 ft</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buNone/>
                      </a:pPr>
                      <a:r>
                        <a:rPr lang="en-US" sz="1600" cap="none" spc="0">
                          <a:solidFill>
                            <a:schemeClr val="tx1"/>
                          </a:solidFill>
                        </a:rPr>
                        <a:t>50</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buNone/>
                      </a:pPr>
                      <a:r>
                        <a:rPr lang="en-US" sz="1600" cap="none" spc="0">
                          <a:solidFill>
                            <a:schemeClr val="tx1"/>
                          </a:solidFill>
                        </a:rPr>
                        <a:t>240</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ctr">
                        <a:buNone/>
                      </a:pPr>
                      <a:r>
                        <a:rPr lang="en-US" sz="1600" cap="none" spc="0" dirty="0">
                          <a:solidFill>
                            <a:schemeClr val="tx1"/>
                          </a:solidFill>
                        </a:rPr>
                        <a:t>Non-Compliant</a:t>
                      </a:r>
                    </a:p>
                  </a:txBody>
                  <a:tcPr marL="60465" marR="60465" marT="60465" marB="6046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144378286"/>
                  </a:ext>
                </a:extLst>
              </a:tr>
            </a:tbl>
          </a:graphicData>
        </a:graphic>
      </p:graphicFrame>
    </p:spTree>
    <p:extLst>
      <p:ext uri="{BB962C8B-B14F-4D97-AF65-F5344CB8AC3E}">
        <p14:creationId xmlns:p14="http://schemas.microsoft.com/office/powerpoint/2010/main" val="946518438"/>
      </p:ext>
    </p:extLst>
  </p:cSld>
  <p:clrMapOvr>
    <a:masterClrMapping/>
  </p:clrMapOvr>
  <p:transition>
    <p:fade/>
  </p:transition>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 id="{0ABBBF5E-3148-4678-B376-37E3B053AF96}" vid="{A0700DDD-AFAF-45FE-A421-C7B91699B3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30244F-B41E-4EF0-A264-C4482E5B071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898A4A3-E691-488B-80DD-C39460F0CA79}">
  <ds:schemaRefs>
    <ds:schemaRef ds:uri="http://schemas.microsoft.com/sharepoint/v3/contenttype/forms"/>
  </ds:schemaRefs>
</ds:datastoreItem>
</file>

<file path=customXml/itemProps3.xml><?xml version="1.0" encoding="utf-8"?>
<ds:datastoreItem xmlns:ds="http://schemas.openxmlformats.org/officeDocument/2006/customXml" ds:itemID="{FE183944-B4A3-408F-84AF-B39A80239D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Portal</Template>
  <TotalTime>109</TotalTime>
  <Words>1002</Words>
  <Application>Microsoft Office PowerPoint</Application>
  <PresentationFormat>Widescreen</PresentationFormat>
  <Paragraphs>75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Trade Gothic Next Cond</vt:lpstr>
      <vt:lpstr>Trade Gothic Next Light</vt:lpstr>
      <vt:lpstr>Portal</vt:lpstr>
      <vt:lpstr>Breathing Space &amp; Overcrowding under Factories Act, 1934</vt:lpstr>
      <vt:lpstr>Understanding Breathing Space Concept</vt:lpstr>
      <vt:lpstr>Definition and Importance of Breathing Space</vt:lpstr>
      <vt:lpstr>Section 18 – Overcrowding Explained</vt:lpstr>
      <vt:lpstr>Legal Requirement and Calculation of Cubic Space</vt:lpstr>
      <vt:lpstr>Practical Examples from Pakistani Factories</vt:lpstr>
      <vt:lpstr>Case Studies: Textile, Garments, Sports Goods, and Plastic Units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Breathing Space &amp; Overcrowding under Factories Act, 1934</dc:title>
  <cp:lastModifiedBy>Syed Rehan Ashraf</cp:lastModifiedBy>
  <cp:revision>9</cp:revision>
  <dcterms:created xsi:type="dcterms:W3CDTF">2025-08-21T17:42:37Z</dcterms:created>
  <dcterms:modified xsi:type="dcterms:W3CDTF">2026-01-26T10:09:26Z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